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B600FA-8DF7-8410-2ECE-8655025D5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D7F4EA-043F-1323-7CA4-D1B87765F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7FF90E-5A89-9ECD-00F8-5F861B28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604891-2B25-6883-A151-CC7406F6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802DCC-D7F9-90CA-23C9-E1868452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184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00B88-5504-D1ED-6296-28366E77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00A1F7-0808-FC94-E0DB-B98861E46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07F670-6CBA-F222-C099-16D906C6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684404-888A-077E-727E-59AAE659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91C2BE-C89A-3AE2-F22F-66148FC7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24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47528-94DD-27B0-462B-413566E9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BD605A-60BA-41F0-DF66-FFCA0B91E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44E1CA-4095-79F4-FC08-3EB79D54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AA5197-D835-F6DF-45AE-FDA2F6DB2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B022F2-82CF-FE39-FD4C-E17FD2D5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55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B1574B-6CAF-10BC-C70A-6BD8F681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8CD51F-5D12-C195-602D-6A0414152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3D2B9F-ECC7-F39B-F397-48CDD601E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03E004-130C-E78B-5885-07DD2E21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FE3A60-7724-3507-BA64-15FE9D84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898178-BB11-3328-2C2C-0E32DBEB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6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EE9343-6B0D-A13F-A4FA-A87916BD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EA183B-C087-C626-402E-E3E781E13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D62EB7-F0EE-9620-ABCC-9A1B68C19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56D2DAE-2D58-8AFE-C3D1-C7C01E6F2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91CD12-4012-0A36-D6E8-72A2ADB70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31C14F3-91F3-2EE3-5BA5-AA0939C9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EA3C90-4249-B9D7-DD13-6BA7C77E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1454AE-C144-088F-C90E-AC8FF905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31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1D98D-9A27-ED58-9B9A-0430651F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D755DDF-9641-5F2D-E719-25E40191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319442-9515-7907-8633-B8EEE4E7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0E8C84-F0A6-158B-C8B8-CAA9AEA4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022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36389A-64DA-4B82-9979-45D24210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55FC199-94CE-08F8-8FB4-CA1EB54C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07548B-B14D-C96C-2CDF-0514C380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34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389C0-4903-6931-83BC-3B1814FFA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F24BE0-2544-4B53-88CC-438A6B14F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64D438-4CD2-A7FA-C0EB-3B5726D9F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D06C0A-FC8C-34FD-8C26-713E645A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8DDD6F-D48A-A25D-F451-61913EE5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BBB418-1212-AD49-6BAA-AEFD8295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53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A19B3-5EE7-F950-489B-AE3632ECE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7D10B84-AA73-2493-E490-39BCD3E08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4D9AC5-FD37-AA08-9C4D-F0901F554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D9464E-2F6C-9583-2F83-19E01A39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747FF2-DCE5-34EF-8B26-B9AE3FDA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680B57-2729-53D9-1521-5262A953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74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39A333-EECF-1018-984A-D573F369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4C0ED4-52EF-9CBF-4814-F730A73B6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04970B-1107-E21F-C61C-5BF1C9CB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65DC3D-4CC8-75E2-F5A5-0071FDDD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A4D634-B509-68D6-951C-75F51BFC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77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186BD9C-D20D-E33B-1C3F-E21CB16A6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A088647-47EB-6687-5410-8F94B6387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C062AE-13EE-FD78-EE8F-F6493C40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9FD788-BFF2-E186-7696-97FD9A2F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F584DB-16F9-0910-7BA8-1780A164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51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7092DE-E8F5-38EB-5B74-077D9C76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DA736E-98A2-44D1-AB17-8D2C4F9AA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1D34C3-198D-BC62-3DA5-76B17FFE6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2619C-51B8-4F5F-A514-BF994BF0A682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9C8F96-21A7-4397-7A06-FDC639512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4B869E-54EC-9281-4BFA-EA6EEB5FE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F882-B6B8-44A3-8909-9D19144A5E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15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BF13D1-8005-F999-81AF-48D24F235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BAE086-A0AE-F081-D56A-5CCC2E712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529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CC2FF-12C8-8C88-7F60-180A8CCE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D33709-CE0E-43FA-3994-42EC9506E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 descr="一張含有 文字, 樣式, 單色, 黑與白 的圖片&#10;&#10;AI 產生的內容可能不正確。">
            <a:extLst>
              <a:ext uri="{FF2B5EF4-FFF2-40B4-BE49-F238E27FC236}">
                <a16:creationId xmlns:a16="http://schemas.microsoft.com/office/drawing/2014/main" id="{A7594665-9B11-5101-EF4E-105DCC443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87" y="1263650"/>
            <a:ext cx="67913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3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紀 國勛</dc:creator>
  <cp:lastModifiedBy>紀 國勛</cp:lastModifiedBy>
  <cp:revision>1</cp:revision>
  <dcterms:created xsi:type="dcterms:W3CDTF">2025-12-22T14:36:33Z</dcterms:created>
  <dcterms:modified xsi:type="dcterms:W3CDTF">2025-12-22T14:36:51Z</dcterms:modified>
</cp:coreProperties>
</file>