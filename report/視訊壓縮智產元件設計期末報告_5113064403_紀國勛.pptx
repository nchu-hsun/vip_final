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6"/>
  </p:notesMasterIdLst>
  <p:sldIdLst>
    <p:sldId id="256" r:id="rId2"/>
    <p:sldId id="257" r:id="rId3"/>
    <p:sldId id="261" r:id="rId4"/>
    <p:sldId id="267" r:id="rId5"/>
    <p:sldId id="269" r:id="rId6"/>
    <p:sldId id="268" r:id="rId7"/>
    <p:sldId id="260" r:id="rId8"/>
    <p:sldId id="270" r:id="rId9"/>
    <p:sldId id="271" r:id="rId10"/>
    <p:sldId id="273" r:id="rId11"/>
    <p:sldId id="272" r:id="rId12"/>
    <p:sldId id="274" r:id="rId13"/>
    <p:sldId id="258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AA07270-EAAC-405B-8050-C1BD9195A133}">
          <p14:sldIdLst>
            <p14:sldId id="256"/>
            <p14:sldId id="257"/>
            <p14:sldId id="261"/>
            <p14:sldId id="267"/>
            <p14:sldId id="269"/>
            <p14:sldId id="268"/>
            <p14:sldId id="260"/>
            <p14:sldId id="270"/>
            <p14:sldId id="271"/>
            <p14:sldId id="273"/>
            <p14:sldId id="272"/>
            <p14:sldId id="274"/>
            <p14:sldId id="258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2F6"/>
    <a:srgbClr val="8F4142"/>
    <a:srgbClr val="9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2363" autoAdjust="0"/>
  </p:normalViewPr>
  <p:slideViewPr>
    <p:cSldViewPr snapToGrid="0">
      <p:cViewPr>
        <p:scale>
          <a:sx n="106" d="100"/>
          <a:sy n="106" d="100"/>
        </p:scale>
        <p:origin x="2346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PSNR</a:t>
            </a:r>
            <a:endParaRPr lang="zh-TW" altLang="en-US"/>
          </a:p>
        </c:rich>
      </c:tx>
      <c:layout>
        <c:manualLayout>
          <c:xMode val="edge"/>
          <c:yMode val="edge"/>
          <c:x val="1.794162771468041E-2"/>
          <c:y val="0.774157996503487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8.5198949861496523E-2"/>
          <c:y val="3.9130825374707676E-2"/>
          <c:w val="0.85117725924908105"/>
          <c:h val="0.63867184866506521"/>
        </c:manualLayout>
      </c:layout>
      <c:scatterChart>
        <c:scatterStyle val="smoothMarker"/>
        <c:varyColors val="0"/>
        <c:ser>
          <c:idx val="0"/>
          <c:order val="0"/>
          <c:tx>
            <c:strRef>
              <c:f>Garden_Details!$B$1</c:f>
              <c:strCache>
                <c:ptCount val="1"/>
                <c:pt idx="0">
                  <c:v>FullSearch_PSNR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Garden_Details!$B$2:$B$115</c:f>
              <c:numCache>
                <c:formatCode>General</c:formatCode>
                <c:ptCount val="113"/>
                <c:pt idx="0">
                  <c:v>23.943100000000001</c:v>
                </c:pt>
                <c:pt idx="1">
                  <c:v>23.769300000000001</c:v>
                </c:pt>
                <c:pt idx="2">
                  <c:v>23.676600000000001</c:v>
                </c:pt>
                <c:pt idx="3">
                  <c:v>23.2163</c:v>
                </c:pt>
                <c:pt idx="4">
                  <c:v>23.598800000000001</c:v>
                </c:pt>
                <c:pt idx="5">
                  <c:v>23.719000000000001</c:v>
                </c:pt>
                <c:pt idx="6">
                  <c:v>23.773</c:v>
                </c:pt>
                <c:pt idx="7">
                  <c:v>23.829699999999999</c:v>
                </c:pt>
                <c:pt idx="8">
                  <c:v>23.185700000000001</c:v>
                </c:pt>
                <c:pt idx="9">
                  <c:v>22.495799999999999</c:v>
                </c:pt>
                <c:pt idx="10">
                  <c:v>22.700299999999999</c:v>
                </c:pt>
                <c:pt idx="11">
                  <c:v>23.243200000000002</c:v>
                </c:pt>
                <c:pt idx="12">
                  <c:v>24.148599999999998</c:v>
                </c:pt>
                <c:pt idx="13">
                  <c:v>24.125599999999999</c:v>
                </c:pt>
                <c:pt idx="14">
                  <c:v>23.914899999999999</c:v>
                </c:pt>
                <c:pt idx="15">
                  <c:v>22.9</c:v>
                </c:pt>
                <c:pt idx="16">
                  <c:v>21.7852</c:v>
                </c:pt>
                <c:pt idx="17">
                  <c:v>23.6831</c:v>
                </c:pt>
                <c:pt idx="18">
                  <c:v>24.3339</c:v>
                </c:pt>
                <c:pt idx="19">
                  <c:v>24.5063</c:v>
                </c:pt>
                <c:pt idx="20">
                  <c:v>24.543500000000002</c:v>
                </c:pt>
                <c:pt idx="21">
                  <c:v>24.108899999999998</c:v>
                </c:pt>
                <c:pt idx="22">
                  <c:v>23.453099999999999</c:v>
                </c:pt>
                <c:pt idx="23">
                  <c:v>24.225300000000001</c:v>
                </c:pt>
                <c:pt idx="24">
                  <c:v>23.7971</c:v>
                </c:pt>
                <c:pt idx="25">
                  <c:v>23.9621</c:v>
                </c:pt>
                <c:pt idx="26">
                  <c:v>23.658799999999999</c:v>
                </c:pt>
                <c:pt idx="27">
                  <c:v>24.218399999999999</c:v>
                </c:pt>
                <c:pt idx="28">
                  <c:v>24.010899999999999</c:v>
                </c:pt>
                <c:pt idx="29">
                  <c:v>24.144300000000001</c:v>
                </c:pt>
                <c:pt idx="30">
                  <c:v>24.090900000000001</c:v>
                </c:pt>
                <c:pt idx="31">
                  <c:v>22.1709</c:v>
                </c:pt>
                <c:pt idx="32">
                  <c:v>22.662199999999999</c:v>
                </c:pt>
                <c:pt idx="33">
                  <c:v>24.463899999999999</c:v>
                </c:pt>
                <c:pt idx="34">
                  <c:v>24.3932</c:v>
                </c:pt>
                <c:pt idx="35">
                  <c:v>24.930900000000001</c:v>
                </c:pt>
                <c:pt idx="36">
                  <c:v>25.113</c:v>
                </c:pt>
                <c:pt idx="37">
                  <c:v>24.016400000000001</c:v>
                </c:pt>
                <c:pt idx="38">
                  <c:v>24.071400000000001</c:v>
                </c:pt>
                <c:pt idx="39">
                  <c:v>24.857800000000001</c:v>
                </c:pt>
                <c:pt idx="40">
                  <c:v>25.017900000000001</c:v>
                </c:pt>
                <c:pt idx="41">
                  <c:v>23.6614</c:v>
                </c:pt>
                <c:pt idx="42">
                  <c:v>23.568999999999999</c:v>
                </c:pt>
                <c:pt idx="43">
                  <c:v>24.496500000000001</c:v>
                </c:pt>
                <c:pt idx="44">
                  <c:v>24.857199999999999</c:v>
                </c:pt>
                <c:pt idx="45">
                  <c:v>24.7242</c:v>
                </c:pt>
                <c:pt idx="46">
                  <c:v>23.674900000000001</c:v>
                </c:pt>
                <c:pt idx="47">
                  <c:v>22.893599999999999</c:v>
                </c:pt>
                <c:pt idx="48">
                  <c:v>24.848500000000001</c:v>
                </c:pt>
                <c:pt idx="49">
                  <c:v>25.495100000000001</c:v>
                </c:pt>
                <c:pt idx="50">
                  <c:v>21.3171</c:v>
                </c:pt>
                <c:pt idx="51">
                  <c:v>20.923100000000002</c:v>
                </c:pt>
                <c:pt idx="52">
                  <c:v>23.677600000000002</c:v>
                </c:pt>
                <c:pt idx="53">
                  <c:v>25.0154</c:v>
                </c:pt>
                <c:pt idx="54">
                  <c:v>23.735299999999999</c:v>
                </c:pt>
                <c:pt idx="55">
                  <c:v>23.6449</c:v>
                </c:pt>
                <c:pt idx="56">
                  <c:v>24.7912</c:v>
                </c:pt>
                <c:pt idx="57">
                  <c:v>24.330400000000001</c:v>
                </c:pt>
                <c:pt idx="58">
                  <c:v>24.3568</c:v>
                </c:pt>
                <c:pt idx="59">
                  <c:v>23.230399999999999</c:v>
                </c:pt>
                <c:pt idx="60">
                  <c:v>23.443100000000001</c:v>
                </c:pt>
                <c:pt idx="61">
                  <c:v>24.568200000000001</c:v>
                </c:pt>
                <c:pt idx="62">
                  <c:v>24.2881</c:v>
                </c:pt>
                <c:pt idx="63">
                  <c:v>24.487400000000001</c:v>
                </c:pt>
                <c:pt idx="64">
                  <c:v>25.385400000000001</c:v>
                </c:pt>
                <c:pt idx="65">
                  <c:v>25.284800000000001</c:v>
                </c:pt>
                <c:pt idx="66">
                  <c:v>25.2654</c:v>
                </c:pt>
                <c:pt idx="67">
                  <c:v>24.003</c:v>
                </c:pt>
                <c:pt idx="68">
                  <c:v>24.0124</c:v>
                </c:pt>
                <c:pt idx="69">
                  <c:v>25.006799999999998</c:v>
                </c:pt>
                <c:pt idx="70">
                  <c:v>25.157699999999998</c:v>
                </c:pt>
                <c:pt idx="71">
                  <c:v>24.9421</c:v>
                </c:pt>
                <c:pt idx="72">
                  <c:v>24.054400000000001</c:v>
                </c:pt>
                <c:pt idx="73">
                  <c:v>23.396999999999998</c:v>
                </c:pt>
                <c:pt idx="74">
                  <c:v>24.776900000000001</c:v>
                </c:pt>
                <c:pt idx="75">
                  <c:v>24.794899999999998</c:v>
                </c:pt>
                <c:pt idx="76">
                  <c:v>23.8245</c:v>
                </c:pt>
                <c:pt idx="77">
                  <c:v>24.567499999999999</c:v>
                </c:pt>
                <c:pt idx="78">
                  <c:v>24.596399999999999</c:v>
                </c:pt>
                <c:pt idx="79">
                  <c:v>24.448799999999999</c:v>
                </c:pt>
                <c:pt idx="80">
                  <c:v>24.593699999999998</c:v>
                </c:pt>
                <c:pt idx="81">
                  <c:v>24.0411</c:v>
                </c:pt>
                <c:pt idx="82">
                  <c:v>24.329599999999999</c:v>
                </c:pt>
                <c:pt idx="83">
                  <c:v>24.361000000000001</c:v>
                </c:pt>
                <c:pt idx="84">
                  <c:v>24.1373</c:v>
                </c:pt>
                <c:pt idx="85">
                  <c:v>24.574300000000001</c:v>
                </c:pt>
                <c:pt idx="86">
                  <c:v>24.690100000000001</c:v>
                </c:pt>
                <c:pt idx="87">
                  <c:v>24.414000000000001</c:v>
                </c:pt>
                <c:pt idx="88">
                  <c:v>24.300599999999999</c:v>
                </c:pt>
                <c:pt idx="89">
                  <c:v>23.828600000000002</c:v>
                </c:pt>
                <c:pt idx="90">
                  <c:v>24.540400000000002</c:v>
                </c:pt>
                <c:pt idx="91">
                  <c:v>24.311599999999999</c:v>
                </c:pt>
                <c:pt idx="92">
                  <c:v>24.211500000000001</c:v>
                </c:pt>
                <c:pt idx="93">
                  <c:v>24.618300000000001</c:v>
                </c:pt>
                <c:pt idx="94">
                  <c:v>23.185500000000001</c:v>
                </c:pt>
                <c:pt idx="95">
                  <c:v>22.4924</c:v>
                </c:pt>
                <c:pt idx="96">
                  <c:v>22.587199999999999</c:v>
                </c:pt>
                <c:pt idx="97">
                  <c:v>23.407599999999999</c:v>
                </c:pt>
                <c:pt idx="98">
                  <c:v>22.912199999999999</c:v>
                </c:pt>
                <c:pt idx="99">
                  <c:v>22.808499999999999</c:v>
                </c:pt>
                <c:pt idx="100">
                  <c:v>22.4863</c:v>
                </c:pt>
                <c:pt idx="101">
                  <c:v>23.555900000000001</c:v>
                </c:pt>
                <c:pt idx="102">
                  <c:v>23.453299999999999</c:v>
                </c:pt>
                <c:pt idx="103">
                  <c:v>21.016100000000002</c:v>
                </c:pt>
                <c:pt idx="104">
                  <c:v>22.404900000000001</c:v>
                </c:pt>
                <c:pt idx="105">
                  <c:v>23.160699999999999</c:v>
                </c:pt>
                <c:pt idx="106">
                  <c:v>23.51</c:v>
                </c:pt>
                <c:pt idx="107">
                  <c:v>23.266100000000002</c:v>
                </c:pt>
                <c:pt idx="108">
                  <c:v>23.043099999999999</c:v>
                </c:pt>
                <c:pt idx="109">
                  <c:v>24.230599999999999</c:v>
                </c:pt>
                <c:pt idx="110">
                  <c:v>22.502600000000001</c:v>
                </c:pt>
                <c:pt idx="111">
                  <c:v>21.525700000000001</c:v>
                </c:pt>
                <c:pt idx="112">
                  <c:v>24.489799999999999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61F-4A7D-8431-05C78CA81423}"/>
            </c:ext>
          </c:extLst>
        </c:ser>
        <c:ser>
          <c:idx val="1"/>
          <c:order val="1"/>
          <c:tx>
            <c:strRef>
              <c:f>Garden_Details!$E$1</c:f>
              <c:strCache>
                <c:ptCount val="1"/>
                <c:pt idx="0">
                  <c:v>Diamond_PSNR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Garden_Details!$E$2:$E$115</c:f>
              <c:numCache>
                <c:formatCode>General</c:formatCode>
                <c:ptCount val="113"/>
                <c:pt idx="0">
                  <c:v>23.459499999999998</c:v>
                </c:pt>
                <c:pt idx="1">
                  <c:v>23.258900000000001</c:v>
                </c:pt>
                <c:pt idx="2">
                  <c:v>23.2547</c:v>
                </c:pt>
                <c:pt idx="3">
                  <c:v>22.879200000000001</c:v>
                </c:pt>
                <c:pt idx="4">
                  <c:v>23.2089</c:v>
                </c:pt>
                <c:pt idx="5">
                  <c:v>23.4556</c:v>
                </c:pt>
                <c:pt idx="6">
                  <c:v>23.430800000000001</c:v>
                </c:pt>
                <c:pt idx="7">
                  <c:v>23.293700000000001</c:v>
                </c:pt>
                <c:pt idx="8">
                  <c:v>22.875299999999999</c:v>
                </c:pt>
                <c:pt idx="9">
                  <c:v>22.2087</c:v>
                </c:pt>
                <c:pt idx="10">
                  <c:v>22.434999999999999</c:v>
                </c:pt>
                <c:pt idx="11">
                  <c:v>23.1677</c:v>
                </c:pt>
                <c:pt idx="12">
                  <c:v>23.841999999999999</c:v>
                </c:pt>
                <c:pt idx="13">
                  <c:v>23.868200000000002</c:v>
                </c:pt>
                <c:pt idx="14">
                  <c:v>23.574100000000001</c:v>
                </c:pt>
                <c:pt idx="15">
                  <c:v>22.6191</c:v>
                </c:pt>
                <c:pt idx="16">
                  <c:v>21.477499999999999</c:v>
                </c:pt>
                <c:pt idx="17">
                  <c:v>23.2348</c:v>
                </c:pt>
                <c:pt idx="18">
                  <c:v>23.9009</c:v>
                </c:pt>
                <c:pt idx="19">
                  <c:v>24.202100000000002</c:v>
                </c:pt>
                <c:pt idx="20">
                  <c:v>24.076799999999999</c:v>
                </c:pt>
                <c:pt idx="21">
                  <c:v>23.873100000000001</c:v>
                </c:pt>
                <c:pt idx="22">
                  <c:v>22.938300000000002</c:v>
                </c:pt>
                <c:pt idx="23">
                  <c:v>23.8505</c:v>
                </c:pt>
                <c:pt idx="24">
                  <c:v>23.565899999999999</c:v>
                </c:pt>
                <c:pt idx="25">
                  <c:v>23.461200000000002</c:v>
                </c:pt>
                <c:pt idx="26">
                  <c:v>23.206700000000001</c:v>
                </c:pt>
                <c:pt idx="27">
                  <c:v>23.838799999999999</c:v>
                </c:pt>
                <c:pt idx="28">
                  <c:v>23.594000000000001</c:v>
                </c:pt>
                <c:pt idx="29">
                  <c:v>23.880700000000001</c:v>
                </c:pt>
                <c:pt idx="30">
                  <c:v>23.774899999999999</c:v>
                </c:pt>
                <c:pt idx="31">
                  <c:v>21.861699999999999</c:v>
                </c:pt>
                <c:pt idx="32">
                  <c:v>22.395499999999998</c:v>
                </c:pt>
                <c:pt idx="33">
                  <c:v>24.077999999999999</c:v>
                </c:pt>
                <c:pt idx="34">
                  <c:v>24.110099999999999</c:v>
                </c:pt>
                <c:pt idx="35">
                  <c:v>24.476199999999999</c:v>
                </c:pt>
                <c:pt idx="36">
                  <c:v>24.7409</c:v>
                </c:pt>
                <c:pt idx="37">
                  <c:v>23.7273</c:v>
                </c:pt>
                <c:pt idx="38">
                  <c:v>23.6828</c:v>
                </c:pt>
                <c:pt idx="39">
                  <c:v>24.5578</c:v>
                </c:pt>
                <c:pt idx="40">
                  <c:v>24.670500000000001</c:v>
                </c:pt>
                <c:pt idx="41">
                  <c:v>23.390699999999999</c:v>
                </c:pt>
                <c:pt idx="42">
                  <c:v>23.485099999999999</c:v>
                </c:pt>
                <c:pt idx="43">
                  <c:v>24.234400000000001</c:v>
                </c:pt>
                <c:pt idx="44">
                  <c:v>24.420300000000001</c:v>
                </c:pt>
                <c:pt idx="45">
                  <c:v>24.283899999999999</c:v>
                </c:pt>
                <c:pt idx="46">
                  <c:v>23.246400000000001</c:v>
                </c:pt>
                <c:pt idx="47">
                  <c:v>22.616299999999999</c:v>
                </c:pt>
                <c:pt idx="48">
                  <c:v>24.502400000000002</c:v>
                </c:pt>
                <c:pt idx="49">
                  <c:v>25.140899999999998</c:v>
                </c:pt>
                <c:pt idx="50">
                  <c:v>21.1694</c:v>
                </c:pt>
                <c:pt idx="51">
                  <c:v>20.7745</c:v>
                </c:pt>
                <c:pt idx="52">
                  <c:v>23.401499999999999</c:v>
                </c:pt>
                <c:pt idx="53">
                  <c:v>24.473800000000001</c:v>
                </c:pt>
                <c:pt idx="54">
                  <c:v>23.378</c:v>
                </c:pt>
                <c:pt idx="55">
                  <c:v>23.302299999999999</c:v>
                </c:pt>
                <c:pt idx="56">
                  <c:v>24.5337</c:v>
                </c:pt>
                <c:pt idx="57">
                  <c:v>24.0717</c:v>
                </c:pt>
                <c:pt idx="58">
                  <c:v>23.957000000000001</c:v>
                </c:pt>
                <c:pt idx="59">
                  <c:v>22.8447</c:v>
                </c:pt>
                <c:pt idx="60">
                  <c:v>23.252800000000001</c:v>
                </c:pt>
                <c:pt idx="61">
                  <c:v>24.239100000000001</c:v>
                </c:pt>
                <c:pt idx="62">
                  <c:v>23.847999999999999</c:v>
                </c:pt>
                <c:pt idx="63">
                  <c:v>23.904900000000001</c:v>
                </c:pt>
                <c:pt idx="64">
                  <c:v>24.879100000000001</c:v>
                </c:pt>
                <c:pt idx="65">
                  <c:v>24.896799999999999</c:v>
                </c:pt>
                <c:pt idx="66">
                  <c:v>24.852900000000002</c:v>
                </c:pt>
                <c:pt idx="67">
                  <c:v>23.560700000000001</c:v>
                </c:pt>
                <c:pt idx="68">
                  <c:v>23.628499999999999</c:v>
                </c:pt>
                <c:pt idx="69">
                  <c:v>24.540299999999998</c:v>
                </c:pt>
                <c:pt idx="70">
                  <c:v>24.827100000000002</c:v>
                </c:pt>
                <c:pt idx="71">
                  <c:v>24.727799999999998</c:v>
                </c:pt>
                <c:pt idx="72">
                  <c:v>23.853400000000001</c:v>
                </c:pt>
                <c:pt idx="73">
                  <c:v>23.1191</c:v>
                </c:pt>
                <c:pt idx="74">
                  <c:v>24.474599999999999</c:v>
                </c:pt>
                <c:pt idx="75">
                  <c:v>24.313700000000001</c:v>
                </c:pt>
                <c:pt idx="76">
                  <c:v>23.526900000000001</c:v>
                </c:pt>
                <c:pt idx="77">
                  <c:v>24.185199999999998</c:v>
                </c:pt>
                <c:pt idx="78">
                  <c:v>24.211400000000001</c:v>
                </c:pt>
                <c:pt idx="79">
                  <c:v>24.234000000000002</c:v>
                </c:pt>
                <c:pt idx="80">
                  <c:v>24.358000000000001</c:v>
                </c:pt>
                <c:pt idx="81">
                  <c:v>23.7014</c:v>
                </c:pt>
                <c:pt idx="82">
                  <c:v>23.806899999999999</c:v>
                </c:pt>
                <c:pt idx="83">
                  <c:v>24.036899999999999</c:v>
                </c:pt>
                <c:pt idx="84">
                  <c:v>23.855899999999998</c:v>
                </c:pt>
                <c:pt idx="85">
                  <c:v>24.213899999999999</c:v>
                </c:pt>
                <c:pt idx="86">
                  <c:v>24.172000000000001</c:v>
                </c:pt>
                <c:pt idx="87">
                  <c:v>23.9557</c:v>
                </c:pt>
                <c:pt idx="88">
                  <c:v>23.778500000000001</c:v>
                </c:pt>
                <c:pt idx="89">
                  <c:v>23.334700000000002</c:v>
                </c:pt>
                <c:pt idx="90">
                  <c:v>23.936199999999999</c:v>
                </c:pt>
                <c:pt idx="91">
                  <c:v>23.8203</c:v>
                </c:pt>
                <c:pt idx="92">
                  <c:v>23.799700000000001</c:v>
                </c:pt>
                <c:pt idx="93">
                  <c:v>24.2438</c:v>
                </c:pt>
                <c:pt idx="94">
                  <c:v>22.878299999999999</c:v>
                </c:pt>
                <c:pt idx="95">
                  <c:v>22.301500000000001</c:v>
                </c:pt>
                <c:pt idx="96">
                  <c:v>22.3002</c:v>
                </c:pt>
                <c:pt idx="97">
                  <c:v>22.999400000000001</c:v>
                </c:pt>
                <c:pt idx="98">
                  <c:v>22.434799999999999</c:v>
                </c:pt>
                <c:pt idx="99">
                  <c:v>22.519200000000001</c:v>
                </c:pt>
                <c:pt idx="100">
                  <c:v>22.2197</c:v>
                </c:pt>
                <c:pt idx="101">
                  <c:v>23.061599999999999</c:v>
                </c:pt>
                <c:pt idx="102">
                  <c:v>23.0166</c:v>
                </c:pt>
                <c:pt idx="103">
                  <c:v>20.842199999999998</c:v>
                </c:pt>
                <c:pt idx="104">
                  <c:v>22.0718</c:v>
                </c:pt>
                <c:pt idx="105">
                  <c:v>22.895700000000001</c:v>
                </c:pt>
                <c:pt idx="106">
                  <c:v>23.038599999999999</c:v>
                </c:pt>
                <c:pt idx="107">
                  <c:v>22.929400000000001</c:v>
                </c:pt>
                <c:pt idx="108">
                  <c:v>22.620699999999999</c:v>
                </c:pt>
                <c:pt idx="109">
                  <c:v>23.739799999999999</c:v>
                </c:pt>
                <c:pt idx="110">
                  <c:v>22.134499999999999</c:v>
                </c:pt>
                <c:pt idx="111">
                  <c:v>21.247</c:v>
                </c:pt>
                <c:pt idx="112">
                  <c:v>24.059899999999999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61F-4A7D-8431-05C78CA81423}"/>
            </c:ext>
          </c:extLst>
        </c:ser>
        <c:ser>
          <c:idx val="2"/>
          <c:order val="2"/>
          <c:tx>
            <c:strRef>
              <c:f>Garden_Details!$H$1</c:f>
              <c:strCache>
                <c:ptCount val="1"/>
                <c:pt idx="0">
                  <c:v>HEXDS_PSNR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Garden_Details!$H$2:$H$115</c:f>
              <c:numCache>
                <c:formatCode>General</c:formatCode>
                <c:ptCount val="113"/>
                <c:pt idx="0">
                  <c:v>21.3813</c:v>
                </c:pt>
                <c:pt idx="1">
                  <c:v>21.289300000000001</c:v>
                </c:pt>
                <c:pt idx="2">
                  <c:v>21.266999999999999</c:v>
                </c:pt>
                <c:pt idx="3">
                  <c:v>21.650099999999998</c:v>
                </c:pt>
                <c:pt idx="4">
                  <c:v>21.075700000000001</c:v>
                </c:pt>
                <c:pt idx="5">
                  <c:v>21.404499999999999</c:v>
                </c:pt>
                <c:pt idx="6">
                  <c:v>21.284700000000001</c:v>
                </c:pt>
                <c:pt idx="7">
                  <c:v>21.166599999999999</c:v>
                </c:pt>
                <c:pt idx="8">
                  <c:v>21.371700000000001</c:v>
                </c:pt>
                <c:pt idx="9">
                  <c:v>21.287400000000002</c:v>
                </c:pt>
                <c:pt idx="10">
                  <c:v>21.225100000000001</c:v>
                </c:pt>
                <c:pt idx="11">
                  <c:v>21.6692</c:v>
                </c:pt>
                <c:pt idx="12">
                  <c:v>21.694600000000001</c:v>
                </c:pt>
                <c:pt idx="13">
                  <c:v>21.8613</c:v>
                </c:pt>
                <c:pt idx="14">
                  <c:v>21.6721</c:v>
                </c:pt>
                <c:pt idx="15">
                  <c:v>21.882000000000001</c:v>
                </c:pt>
                <c:pt idx="16">
                  <c:v>21.031600000000001</c:v>
                </c:pt>
                <c:pt idx="17">
                  <c:v>21.988700000000001</c:v>
                </c:pt>
                <c:pt idx="18">
                  <c:v>22.2743</c:v>
                </c:pt>
                <c:pt idx="19">
                  <c:v>22.468699999999998</c:v>
                </c:pt>
                <c:pt idx="20">
                  <c:v>22.483799999999999</c:v>
                </c:pt>
                <c:pt idx="21">
                  <c:v>22.138400000000001</c:v>
                </c:pt>
                <c:pt idx="22">
                  <c:v>21.763000000000002</c:v>
                </c:pt>
                <c:pt idx="23">
                  <c:v>21.8889</c:v>
                </c:pt>
                <c:pt idx="24">
                  <c:v>21.799199999999999</c:v>
                </c:pt>
                <c:pt idx="25">
                  <c:v>21.484300000000001</c:v>
                </c:pt>
                <c:pt idx="26">
                  <c:v>21.4481</c:v>
                </c:pt>
                <c:pt idx="27">
                  <c:v>21.622299999999999</c:v>
                </c:pt>
                <c:pt idx="28">
                  <c:v>21.299499999999998</c:v>
                </c:pt>
                <c:pt idx="29">
                  <c:v>21.063199999999998</c:v>
                </c:pt>
                <c:pt idx="30">
                  <c:v>21.218699999999998</c:v>
                </c:pt>
                <c:pt idx="31">
                  <c:v>20.9986</c:v>
                </c:pt>
                <c:pt idx="32">
                  <c:v>21.146999999999998</c:v>
                </c:pt>
                <c:pt idx="33">
                  <c:v>21.5459</c:v>
                </c:pt>
                <c:pt idx="34">
                  <c:v>21.547899999999998</c:v>
                </c:pt>
                <c:pt idx="35">
                  <c:v>22.103300000000001</c:v>
                </c:pt>
                <c:pt idx="36">
                  <c:v>22.108799999999999</c:v>
                </c:pt>
                <c:pt idx="37">
                  <c:v>22.4086</c:v>
                </c:pt>
                <c:pt idx="38">
                  <c:v>22.237500000000001</c:v>
                </c:pt>
                <c:pt idx="39">
                  <c:v>22.200500000000002</c:v>
                </c:pt>
                <c:pt idx="40">
                  <c:v>22.3718</c:v>
                </c:pt>
                <c:pt idx="41">
                  <c:v>22.401700000000002</c:v>
                </c:pt>
                <c:pt idx="42">
                  <c:v>22.2027</c:v>
                </c:pt>
                <c:pt idx="43">
                  <c:v>22.376799999999999</c:v>
                </c:pt>
                <c:pt idx="44">
                  <c:v>22.252800000000001</c:v>
                </c:pt>
                <c:pt idx="45">
                  <c:v>22.0397</c:v>
                </c:pt>
                <c:pt idx="46">
                  <c:v>21.790800000000001</c:v>
                </c:pt>
                <c:pt idx="47">
                  <c:v>21.574400000000001</c:v>
                </c:pt>
                <c:pt idx="48">
                  <c:v>21.6891</c:v>
                </c:pt>
                <c:pt idx="49">
                  <c:v>22.285399999999999</c:v>
                </c:pt>
                <c:pt idx="50">
                  <c:v>20.730699999999999</c:v>
                </c:pt>
                <c:pt idx="51">
                  <c:v>20.494199999999999</c:v>
                </c:pt>
                <c:pt idx="52">
                  <c:v>21.7867</c:v>
                </c:pt>
                <c:pt idx="53">
                  <c:v>22.053000000000001</c:v>
                </c:pt>
                <c:pt idx="54">
                  <c:v>21.970300000000002</c:v>
                </c:pt>
                <c:pt idx="55">
                  <c:v>21.911200000000001</c:v>
                </c:pt>
                <c:pt idx="56">
                  <c:v>22.036200000000001</c:v>
                </c:pt>
                <c:pt idx="57">
                  <c:v>21.697199999999999</c:v>
                </c:pt>
                <c:pt idx="58">
                  <c:v>21.529900000000001</c:v>
                </c:pt>
                <c:pt idx="59">
                  <c:v>21.7498</c:v>
                </c:pt>
                <c:pt idx="60">
                  <c:v>21.727</c:v>
                </c:pt>
                <c:pt idx="61">
                  <c:v>21.9618</c:v>
                </c:pt>
                <c:pt idx="62">
                  <c:v>21.890499999999999</c:v>
                </c:pt>
                <c:pt idx="63">
                  <c:v>21.846</c:v>
                </c:pt>
                <c:pt idx="64">
                  <c:v>21.8096</c:v>
                </c:pt>
                <c:pt idx="65">
                  <c:v>21.980799999999999</c:v>
                </c:pt>
                <c:pt idx="66">
                  <c:v>22.039000000000001</c:v>
                </c:pt>
                <c:pt idx="67">
                  <c:v>21.528700000000001</c:v>
                </c:pt>
                <c:pt idx="68">
                  <c:v>21.9071</c:v>
                </c:pt>
                <c:pt idx="69">
                  <c:v>22.101400000000002</c:v>
                </c:pt>
                <c:pt idx="70">
                  <c:v>22.3322</c:v>
                </c:pt>
                <c:pt idx="71">
                  <c:v>22.1465</c:v>
                </c:pt>
                <c:pt idx="72">
                  <c:v>22.111000000000001</c:v>
                </c:pt>
                <c:pt idx="73">
                  <c:v>21.7</c:v>
                </c:pt>
                <c:pt idx="74">
                  <c:v>21.841200000000001</c:v>
                </c:pt>
                <c:pt idx="75">
                  <c:v>21.773299999999999</c:v>
                </c:pt>
                <c:pt idx="76">
                  <c:v>21.740200000000002</c:v>
                </c:pt>
                <c:pt idx="77">
                  <c:v>21.964200000000002</c:v>
                </c:pt>
                <c:pt idx="78">
                  <c:v>21.912400000000002</c:v>
                </c:pt>
                <c:pt idx="79">
                  <c:v>21.563400000000001</c:v>
                </c:pt>
                <c:pt idx="80">
                  <c:v>22.031500000000001</c:v>
                </c:pt>
                <c:pt idx="81">
                  <c:v>21.775500000000001</c:v>
                </c:pt>
                <c:pt idx="82">
                  <c:v>21.551100000000002</c:v>
                </c:pt>
                <c:pt idx="83">
                  <c:v>21.344200000000001</c:v>
                </c:pt>
                <c:pt idx="84">
                  <c:v>21.3506</c:v>
                </c:pt>
                <c:pt idx="85">
                  <c:v>21.467199999999998</c:v>
                </c:pt>
                <c:pt idx="86">
                  <c:v>21.385999999999999</c:v>
                </c:pt>
                <c:pt idx="87">
                  <c:v>21.5213</c:v>
                </c:pt>
                <c:pt idx="88">
                  <c:v>21.620699999999999</c:v>
                </c:pt>
                <c:pt idx="89">
                  <c:v>21.385200000000001</c:v>
                </c:pt>
                <c:pt idx="90">
                  <c:v>21.6568</c:v>
                </c:pt>
                <c:pt idx="91">
                  <c:v>21.546800000000001</c:v>
                </c:pt>
                <c:pt idx="92">
                  <c:v>21.805399999999999</c:v>
                </c:pt>
                <c:pt idx="93">
                  <c:v>21.6203</c:v>
                </c:pt>
                <c:pt idx="94">
                  <c:v>21.164300000000001</c:v>
                </c:pt>
                <c:pt idx="95">
                  <c:v>21.2073</c:v>
                </c:pt>
                <c:pt idx="96">
                  <c:v>21.143599999999999</c:v>
                </c:pt>
                <c:pt idx="97">
                  <c:v>21.088100000000001</c:v>
                </c:pt>
                <c:pt idx="98">
                  <c:v>21.309200000000001</c:v>
                </c:pt>
                <c:pt idx="99">
                  <c:v>21.3855</c:v>
                </c:pt>
                <c:pt idx="100">
                  <c:v>21.434799999999999</c:v>
                </c:pt>
                <c:pt idx="101">
                  <c:v>21.929500000000001</c:v>
                </c:pt>
                <c:pt idx="102">
                  <c:v>21.986499999999999</c:v>
                </c:pt>
                <c:pt idx="103">
                  <c:v>20.5519</c:v>
                </c:pt>
                <c:pt idx="104">
                  <c:v>21.435099999999998</c:v>
                </c:pt>
                <c:pt idx="105">
                  <c:v>21.858699999999999</c:v>
                </c:pt>
                <c:pt idx="106">
                  <c:v>22.040299999999998</c:v>
                </c:pt>
                <c:pt idx="107">
                  <c:v>21.744800000000001</c:v>
                </c:pt>
                <c:pt idx="108">
                  <c:v>21.545300000000001</c:v>
                </c:pt>
                <c:pt idx="109">
                  <c:v>21.866900000000001</c:v>
                </c:pt>
                <c:pt idx="110">
                  <c:v>21.640899999999998</c:v>
                </c:pt>
                <c:pt idx="111">
                  <c:v>20.963100000000001</c:v>
                </c:pt>
                <c:pt idx="112">
                  <c:v>22.139399999999998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61F-4A7D-8431-05C78CA81423}"/>
            </c:ext>
          </c:extLst>
        </c:ser>
        <c:ser>
          <c:idx val="3"/>
          <c:order val="3"/>
          <c:tx>
            <c:strRef>
              <c:f>Garden_Details!$K$1</c:f>
              <c:strCache>
                <c:ptCount val="1"/>
                <c:pt idx="0">
                  <c:v>TSS_PSNR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Garden_Details!$K$2:$K$115</c:f>
              <c:numCache>
                <c:formatCode>General</c:formatCode>
                <c:ptCount val="113"/>
                <c:pt idx="0">
                  <c:v>22.750599999999999</c:v>
                </c:pt>
                <c:pt idx="1">
                  <c:v>22.520399999999999</c:v>
                </c:pt>
                <c:pt idx="2">
                  <c:v>22.692699999999999</c:v>
                </c:pt>
                <c:pt idx="3">
                  <c:v>22.2014</c:v>
                </c:pt>
                <c:pt idx="4">
                  <c:v>22.690899999999999</c:v>
                </c:pt>
                <c:pt idx="5">
                  <c:v>22.921299999999999</c:v>
                </c:pt>
                <c:pt idx="6">
                  <c:v>22.8216</c:v>
                </c:pt>
                <c:pt idx="7">
                  <c:v>22.661899999999999</c:v>
                </c:pt>
                <c:pt idx="8">
                  <c:v>22.1572</c:v>
                </c:pt>
                <c:pt idx="9">
                  <c:v>21.4969</c:v>
                </c:pt>
                <c:pt idx="10">
                  <c:v>21.865200000000002</c:v>
                </c:pt>
                <c:pt idx="11">
                  <c:v>22.445900000000002</c:v>
                </c:pt>
                <c:pt idx="12">
                  <c:v>23.2134</c:v>
                </c:pt>
                <c:pt idx="13">
                  <c:v>23.4084</c:v>
                </c:pt>
                <c:pt idx="14">
                  <c:v>23.042999999999999</c:v>
                </c:pt>
                <c:pt idx="15">
                  <c:v>22.115500000000001</c:v>
                </c:pt>
                <c:pt idx="16">
                  <c:v>21.1812</c:v>
                </c:pt>
                <c:pt idx="17">
                  <c:v>22.9</c:v>
                </c:pt>
                <c:pt idx="18">
                  <c:v>23.817299999999999</c:v>
                </c:pt>
                <c:pt idx="19">
                  <c:v>24.026599999999998</c:v>
                </c:pt>
                <c:pt idx="20">
                  <c:v>23.957599999999999</c:v>
                </c:pt>
                <c:pt idx="21">
                  <c:v>23.568899999999999</c:v>
                </c:pt>
                <c:pt idx="22">
                  <c:v>22.895600000000002</c:v>
                </c:pt>
                <c:pt idx="23">
                  <c:v>23.547000000000001</c:v>
                </c:pt>
                <c:pt idx="24">
                  <c:v>23.121400000000001</c:v>
                </c:pt>
                <c:pt idx="25">
                  <c:v>23.084800000000001</c:v>
                </c:pt>
                <c:pt idx="26">
                  <c:v>22.853200000000001</c:v>
                </c:pt>
                <c:pt idx="27">
                  <c:v>23.287299999999998</c:v>
                </c:pt>
                <c:pt idx="28">
                  <c:v>23.2287</c:v>
                </c:pt>
                <c:pt idx="29">
                  <c:v>23.3903</c:v>
                </c:pt>
                <c:pt idx="30">
                  <c:v>23.190799999999999</c:v>
                </c:pt>
                <c:pt idx="31">
                  <c:v>21.555700000000002</c:v>
                </c:pt>
                <c:pt idx="32">
                  <c:v>22.0318</c:v>
                </c:pt>
                <c:pt idx="33">
                  <c:v>23.6052</c:v>
                </c:pt>
                <c:pt idx="34">
                  <c:v>23.642600000000002</c:v>
                </c:pt>
                <c:pt idx="35">
                  <c:v>24.071300000000001</c:v>
                </c:pt>
                <c:pt idx="36">
                  <c:v>24.2455</c:v>
                </c:pt>
                <c:pt idx="37">
                  <c:v>23.370699999999999</c:v>
                </c:pt>
                <c:pt idx="38">
                  <c:v>23.24</c:v>
                </c:pt>
                <c:pt idx="39">
                  <c:v>23.751000000000001</c:v>
                </c:pt>
                <c:pt idx="40">
                  <c:v>24.2377</c:v>
                </c:pt>
                <c:pt idx="41">
                  <c:v>23.012699999999999</c:v>
                </c:pt>
                <c:pt idx="42">
                  <c:v>22.7089</c:v>
                </c:pt>
                <c:pt idx="43">
                  <c:v>23.568000000000001</c:v>
                </c:pt>
                <c:pt idx="44">
                  <c:v>23.985700000000001</c:v>
                </c:pt>
                <c:pt idx="45">
                  <c:v>23.693000000000001</c:v>
                </c:pt>
                <c:pt idx="46">
                  <c:v>22.763400000000001</c:v>
                </c:pt>
                <c:pt idx="47">
                  <c:v>22.253</c:v>
                </c:pt>
                <c:pt idx="48">
                  <c:v>23.595300000000002</c:v>
                </c:pt>
                <c:pt idx="49">
                  <c:v>24.580400000000001</c:v>
                </c:pt>
                <c:pt idx="50">
                  <c:v>20.838699999999999</c:v>
                </c:pt>
                <c:pt idx="51">
                  <c:v>20.369900000000001</c:v>
                </c:pt>
                <c:pt idx="52">
                  <c:v>22.7531</c:v>
                </c:pt>
                <c:pt idx="53">
                  <c:v>23.734000000000002</c:v>
                </c:pt>
                <c:pt idx="54">
                  <c:v>22.663699999999999</c:v>
                </c:pt>
                <c:pt idx="55">
                  <c:v>22.594000000000001</c:v>
                </c:pt>
                <c:pt idx="56">
                  <c:v>23.503</c:v>
                </c:pt>
                <c:pt idx="57">
                  <c:v>22.949000000000002</c:v>
                </c:pt>
                <c:pt idx="58">
                  <c:v>23.0259</c:v>
                </c:pt>
                <c:pt idx="59">
                  <c:v>22.190300000000001</c:v>
                </c:pt>
                <c:pt idx="60">
                  <c:v>22.555299999999999</c:v>
                </c:pt>
                <c:pt idx="61">
                  <c:v>23.5825</c:v>
                </c:pt>
                <c:pt idx="62">
                  <c:v>23.2378</c:v>
                </c:pt>
                <c:pt idx="63">
                  <c:v>23.1739</c:v>
                </c:pt>
                <c:pt idx="64">
                  <c:v>24.283000000000001</c:v>
                </c:pt>
                <c:pt idx="65">
                  <c:v>24.349599999999999</c:v>
                </c:pt>
                <c:pt idx="66">
                  <c:v>24.1479</c:v>
                </c:pt>
                <c:pt idx="67">
                  <c:v>23.096800000000002</c:v>
                </c:pt>
                <c:pt idx="68">
                  <c:v>23.082999999999998</c:v>
                </c:pt>
                <c:pt idx="69">
                  <c:v>23.635200000000001</c:v>
                </c:pt>
                <c:pt idx="70">
                  <c:v>24.405899999999999</c:v>
                </c:pt>
                <c:pt idx="71">
                  <c:v>23.695599999999999</c:v>
                </c:pt>
                <c:pt idx="72">
                  <c:v>23.530899999999999</c:v>
                </c:pt>
                <c:pt idx="73">
                  <c:v>22.8277</c:v>
                </c:pt>
                <c:pt idx="74">
                  <c:v>24.041399999999999</c:v>
                </c:pt>
                <c:pt idx="75">
                  <c:v>23.7072</c:v>
                </c:pt>
                <c:pt idx="76">
                  <c:v>22.9331</c:v>
                </c:pt>
                <c:pt idx="77">
                  <c:v>23.555499999999999</c:v>
                </c:pt>
                <c:pt idx="78">
                  <c:v>23.375699999999998</c:v>
                </c:pt>
                <c:pt idx="79">
                  <c:v>23.147099999999998</c:v>
                </c:pt>
                <c:pt idx="80">
                  <c:v>23.521999999999998</c:v>
                </c:pt>
                <c:pt idx="81">
                  <c:v>23.189399999999999</c:v>
                </c:pt>
                <c:pt idx="82">
                  <c:v>23.559100000000001</c:v>
                </c:pt>
                <c:pt idx="83">
                  <c:v>23.085599999999999</c:v>
                </c:pt>
                <c:pt idx="84">
                  <c:v>22.949400000000001</c:v>
                </c:pt>
                <c:pt idx="85">
                  <c:v>23.312000000000001</c:v>
                </c:pt>
                <c:pt idx="86">
                  <c:v>23.1678</c:v>
                </c:pt>
                <c:pt idx="87">
                  <c:v>23.214500000000001</c:v>
                </c:pt>
                <c:pt idx="88">
                  <c:v>23.186699999999998</c:v>
                </c:pt>
                <c:pt idx="89">
                  <c:v>22.519200000000001</c:v>
                </c:pt>
                <c:pt idx="90">
                  <c:v>23.441099999999999</c:v>
                </c:pt>
                <c:pt idx="91">
                  <c:v>23.450800000000001</c:v>
                </c:pt>
                <c:pt idx="92">
                  <c:v>23.216200000000001</c:v>
                </c:pt>
                <c:pt idx="93">
                  <c:v>23.587399999999999</c:v>
                </c:pt>
                <c:pt idx="94">
                  <c:v>22.137799999999999</c:v>
                </c:pt>
                <c:pt idx="95">
                  <c:v>21.772600000000001</c:v>
                </c:pt>
                <c:pt idx="96">
                  <c:v>21.7865</c:v>
                </c:pt>
                <c:pt idx="97">
                  <c:v>22.572600000000001</c:v>
                </c:pt>
                <c:pt idx="98">
                  <c:v>22.037400000000002</c:v>
                </c:pt>
                <c:pt idx="99">
                  <c:v>21.930299999999999</c:v>
                </c:pt>
                <c:pt idx="100">
                  <c:v>21.569199999999999</c:v>
                </c:pt>
                <c:pt idx="101">
                  <c:v>22.913599999999999</c:v>
                </c:pt>
                <c:pt idx="102">
                  <c:v>22.720700000000001</c:v>
                </c:pt>
                <c:pt idx="103">
                  <c:v>20.6843</c:v>
                </c:pt>
                <c:pt idx="104">
                  <c:v>21.980599999999999</c:v>
                </c:pt>
                <c:pt idx="105">
                  <c:v>22.704499999999999</c:v>
                </c:pt>
                <c:pt idx="106">
                  <c:v>22.5854</c:v>
                </c:pt>
                <c:pt idx="107">
                  <c:v>22.4941</c:v>
                </c:pt>
                <c:pt idx="108">
                  <c:v>22.226299999999998</c:v>
                </c:pt>
                <c:pt idx="109">
                  <c:v>23.258800000000001</c:v>
                </c:pt>
                <c:pt idx="110">
                  <c:v>21.9084</c:v>
                </c:pt>
                <c:pt idx="111">
                  <c:v>21.037299999999998</c:v>
                </c:pt>
                <c:pt idx="112">
                  <c:v>23.9529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61F-4A7D-8431-05C78CA81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7523679"/>
        <c:axId val="916828783"/>
      </c:scatterChart>
      <c:valAx>
        <c:axId val="10875236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16828783"/>
        <c:crosses val="autoZero"/>
        <c:crossBetween val="midCat"/>
      </c:valAx>
      <c:valAx>
        <c:axId val="916828783"/>
        <c:scaling>
          <c:orientation val="minMax"/>
          <c:max val="26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8752367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計算點</a:t>
            </a:r>
          </a:p>
        </c:rich>
      </c:tx>
      <c:layout>
        <c:manualLayout>
          <c:xMode val="edge"/>
          <c:yMode val="edge"/>
          <c:x val="2.5189078463262845E-2"/>
          <c:y val="0.72952291828062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8.86408717656436E-2"/>
          <c:y val="3.3848109146129832E-2"/>
          <c:w val="0.847735337344934"/>
          <c:h val="0.58290877339886293"/>
        </c:manualLayout>
      </c:layout>
      <c:scatterChart>
        <c:scatterStyle val="lineMarker"/>
        <c:varyColors val="0"/>
        <c:ser>
          <c:idx val="1"/>
          <c:order val="1"/>
          <c:tx>
            <c:strRef>
              <c:f>Garden_Details!$F$1</c:f>
              <c:strCache>
                <c:ptCount val="1"/>
                <c:pt idx="0">
                  <c:v>Diamond_Checks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Garden_Details!$F$2:$F$115</c:f>
              <c:numCache>
                <c:formatCode>General</c:formatCode>
                <c:ptCount val="113"/>
                <c:pt idx="0">
                  <c:v>18.100000000000001</c:v>
                </c:pt>
                <c:pt idx="1">
                  <c:v>18.3</c:v>
                </c:pt>
                <c:pt idx="2">
                  <c:v>18.899999999999999</c:v>
                </c:pt>
                <c:pt idx="3">
                  <c:v>18.399999999999999</c:v>
                </c:pt>
                <c:pt idx="4">
                  <c:v>17.899999999999999</c:v>
                </c:pt>
                <c:pt idx="5">
                  <c:v>17.899999999999999</c:v>
                </c:pt>
                <c:pt idx="6">
                  <c:v>18</c:v>
                </c:pt>
                <c:pt idx="7">
                  <c:v>18</c:v>
                </c:pt>
                <c:pt idx="8">
                  <c:v>17.7</c:v>
                </c:pt>
                <c:pt idx="9">
                  <c:v>17.399999999999999</c:v>
                </c:pt>
                <c:pt idx="10">
                  <c:v>17.600000000000001</c:v>
                </c:pt>
                <c:pt idx="11">
                  <c:v>17.8</c:v>
                </c:pt>
                <c:pt idx="12">
                  <c:v>17.899999999999999</c:v>
                </c:pt>
                <c:pt idx="13">
                  <c:v>17.3</c:v>
                </c:pt>
                <c:pt idx="14">
                  <c:v>17.600000000000001</c:v>
                </c:pt>
                <c:pt idx="15">
                  <c:v>17.3</c:v>
                </c:pt>
                <c:pt idx="16">
                  <c:v>17.5</c:v>
                </c:pt>
                <c:pt idx="17">
                  <c:v>16.7</c:v>
                </c:pt>
                <c:pt idx="18">
                  <c:v>16.399999999999999</c:v>
                </c:pt>
                <c:pt idx="19">
                  <c:v>16.5</c:v>
                </c:pt>
                <c:pt idx="20">
                  <c:v>16.3</c:v>
                </c:pt>
                <c:pt idx="21">
                  <c:v>17</c:v>
                </c:pt>
                <c:pt idx="22">
                  <c:v>17.7</c:v>
                </c:pt>
                <c:pt idx="23">
                  <c:v>17.2</c:v>
                </c:pt>
                <c:pt idx="24">
                  <c:v>17.3</c:v>
                </c:pt>
                <c:pt idx="25">
                  <c:v>18.3</c:v>
                </c:pt>
                <c:pt idx="26">
                  <c:v>18.399999999999999</c:v>
                </c:pt>
                <c:pt idx="27">
                  <c:v>17.899999999999999</c:v>
                </c:pt>
                <c:pt idx="28">
                  <c:v>18</c:v>
                </c:pt>
                <c:pt idx="29">
                  <c:v>18.2</c:v>
                </c:pt>
                <c:pt idx="30">
                  <c:v>18</c:v>
                </c:pt>
                <c:pt idx="31">
                  <c:v>17.7</c:v>
                </c:pt>
                <c:pt idx="32">
                  <c:v>17.600000000000001</c:v>
                </c:pt>
                <c:pt idx="33">
                  <c:v>17.600000000000001</c:v>
                </c:pt>
                <c:pt idx="34">
                  <c:v>17.600000000000001</c:v>
                </c:pt>
                <c:pt idx="35">
                  <c:v>17.2</c:v>
                </c:pt>
                <c:pt idx="36">
                  <c:v>17</c:v>
                </c:pt>
                <c:pt idx="37">
                  <c:v>16.899999999999999</c:v>
                </c:pt>
                <c:pt idx="38">
                  <c:v>17.399999999999999</c:v>
                </c:pt>
                <c:pt idx="39">
                  <c:v>17.899999999999999</c:v>
                </c:pt>
                <c:pt idx="40">
                  <c:v>17.3</c:v>
                </c:pt>
                <c:pt idx="41">
                  <c:v>17</c:v>
                </c:pt>
                <c:pt idx="42">
                  <c:v>17</c:v>
                </c:pt>
                <c:pt idx="43">
                  <c:v>16.399999999999999</c:v>
                </c:pt>
                <c:pt idx="44">
                  <c:v>16.3</c:v>
                </c:pt>
                <c:pt idx="45">
                  <c:v>16.899999999999999</c:v>
                </c:pt>
                <c:pt idx="46">
                  <c:v>16.899999999999999</c:v>
                </c:pt>
                <c:pt idx="47">
                  <c:v>16.8</c:v>
                </c:pt>
                <c:pt idx="48">
                  <c:v>17.3</c:v>
                </c:pt>
                <c:pt idx="49">
                  <c:v>16.7</c:v>
                </c:pt>
                <c:pt idx="50">
                  <c:v>16.7</c:v>
                </c:pt>
                <c:pt idx="51">
                  <c:v>16.8</c:v>
                </c:pt>
                <c:pt idx="52">
                  <c:v>16.7</c:v>
                </c:pt>
                <c:pt idx="53">
                  <c:v>16.2</c:v>
                </c:pt>
                <c:pt idx="54">
                  <c:v>16.2</c:v>
                </c:pt>
                <c:pt idx="55">
                  <c:v>16.5</c:v>
                </c:pt>
                <c:pt idx="56">
                  <c:v>16.7</c:v>
                </c:pt>
                <c:pt idx="57">
                  <c:v>17.2</c:v>
                </c:pt>
                <c:pt idx="58">
                  <c:v>17.3</c:v>
                </c:pt>
                <c:pt idx="59">
                  <c:v>16.7</c:v>
                </c:pt>
                <c:pt idx="60">
                  <c:v>16.7</c:v>
                </c:pt>
                <c:pt idx="61">
                  <c:v>16.399999999999999</c:v>
                </c:pt>
                <c:pt idx="62">
                  <c:v>16.600000000000001</c:v>
                </c:pt>
                <c:pt idx="63">
                  <c:v>16.8</c:v>
                </c:pt>
                <c:pt idx="64">
                  <c:v>16.3</c:v>
                </c:pt>
                <c:pt idx="65">
                  <c:v>16.100000000000001</c:v>
                </c:pt>
                <c:pt idx="66">
                  <c:v>16.3</c:v>
                </c:pt>
                <c:pt idx="67">
                  <c:v>16.600000000000001</c:v>
                </c:pt>
                <c:pt idx="68">
                  <c:v>16.7</c:v>
                </c:pt>
                <c:pt idx="69">
                  <c:v>16.100000000000001</c:v>
                </c:pt>
                <c:pt idx="70">
                  <c:v>15.5</c:v>
                </c:pt>
                <c:pt idx="71">
                  <c:v>16</c:v>
                </c:pt>
                <c:pt idx="72">
                  <c:v>15.8</c:v>
                </c:pt>
                <c:pt idx="73">
                  <c:v>15.8</c:v>
                </c:pt>
                <c:pt idx="74">
                  <c:v>16.3</c:v>
                </c:pt>
                <c:pt idx="75">
                  <c:v>16.600000000000001</c:v>
                </c:pt>
                <c:pt idx="76">
                  <c:v>16.399999999999999</c:v>
                </c:pt>
                <c:pt idx="77">
                  <c:v>16.3</c:v>
                </c:pt>
                <c:pt idx="78">
                  <c:v>16.7</c:v>
                </c:pt>
                <c:pt idx="79">
                  <c:v>17.399999999999999</c:v>
                </c:pt>
                <c:pt idx="80">
                  <c:v>17</c:v>
                </c:pt>
                <c:pt idx="81">
                  <c:v>16.3</c:v>
                </c:pt>
                <c:pt idx="82">
                  <c:v>16.7</c:v>
                </c:pt>
                <c:pt idx="83">
                  <c:v>17.399999999999999</c:v>
                </c:pt>
                <c:pt idx="84">
                  <c:v>17.2</c:v>
                </c:pt>
                <c:pt idx="85">
                  <c:v>17.100000000000001</c:v>
                </c:pt>
                <c:pt idx="86">
                  <c:v>17.2</c:v>
                </c:pt>
                <c:pt idx="87">
                  <c:v>16.899999999999999</c:v>
                </c:pt>
                <c:pt idx="88">
                  <c:v>16.8</c:v>
                </c:pt>
                <c:pt idx="89">
                  <c:v>16.5</c:v>
                </c:pt>
                <c:pt idx="90">
                  <c:v>16.3</c:v>
                </c:pt>
                <c:pt idx="91">
                  <c:v>16.2</c:v>
                </c:pt>
                <c:pt idx="92">
                  <c:v>16.399999999999999</c:v>
                </c:pt>
                <c:pt idx="93">
                  <c:v>16.7</c:v>
                </c:pt>
                <c:pt idx="94">
                  <c:v>17.2</c:v>
                </c:pt>
                <c:pt idx="95">
                  <c:v>17.399999999999999</c:v>
                </c:pt>
                <c:pt idx="96">
                  <c:v>17.399999999999999</c:v>
                </c:pt>
                <c:pt idx="97">
                  <c:v>16.899999999999999</c:v>
                </c:pt>
                <c:pt idx="98">
                  <c:v>16.5</c:v>
                </c:pt>
                <c:pt idx="99">
                  <c:v>16.8</c:v>
                </c:pt>
                <c:pt idx="100">
                  <c:v>16.8</c:v>
                </c:pt>
                <c:pt idx="101">
                  <c:v>15.7</c:v>
                </c:pt>
                <c:pt idx="102">
                  <c:v>15.4</c:v>
                </c:pt>
                <c:pt idx="103">
                  <c:v>15.6</c:v>
                </c:pt>
                <c:pt idx="104">
                  <c:v>15.6</c:v>
                </c:pt>
                <c:pt idx="105">
                  <c:v>15.4</c:v>
                </c:pt>
                <c:pt idx="106">
                  <c:v>15.4</c:v>
                </c:pt>
                <c:pt idx="107">
                  <c:v>15.7</c:v>
                </c:pt>
                <c:pt idx="108">
                  <c:v>15.9</c:v>
                </c:pt>
                <c:pt idx="109">
                  <c:v>15.3</c:v>
                </c:pt>
                <c:pt idx="110">
                  <c:v>15.2</c:v>
                </c:pt>
                <c:pt idx="111">
                  <c:v>15.6</c:v>
                </c:pt>
                <c:pt idx="112">
                  <c:v>14.8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0B4-4CAC-8341-9A540417067A}"/>
            </c:ext>
          </c:extLst>
        </c:ser>
        <c:ser>
          <c:idx val="2"/>
          <c:order val="2"/>
          <c:tx>
            <c:strRef>
              <c:f>Garden_Details!$I$1</c:f>
              <c:strCache>
                <c:ptCount val="1"/>
                <c:pt idx="0">
                  <c:v>HEXDS_Checks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Garden_Details!$I$2:$I$115</c:f>
              <c:numCache>
                <c:formatCode>General</c:formatCode>
                <c:ptCount val="113"/>
                <c:pt idx="0">
                  <c:v>13.7</c:v>
                </c:pt>
                <c:pt idx="1">
                  <c:v>13.8</c:v>
                </c:pt>
                <c:pt idx="2">
                  <c:v>14.2</c:v>
                </c:pt>
                <c:pt idx="3">
                  <c:v>14</c:v>
                </c:pt>
                <c:pt idx="4">
                  <c:v>13.8</c:v>
                </c:pt>
                <c:pt idx="5">
                  <c:v>13.7</c:v>
                </c:pt>
                <c:pt idx="6">
                  <c:v>13.6</c:v>
                </c:pt>
                <c:pt idx="7">
                  <c:v>13.6</c:v>
                </c:pt>
                <c:pt idx="8">
                  <c:v>13.6</c:v>
                </c:pt>
                <c:pt idx="9">
                  <c:v>13.7</c:v>
                </c:pt>
                <c:pt idx="10">
                  <c:v>13.6</c:v>
                </c:pt>
                <c:pt idx="11">
                  <c:v>13.7</c:v>
                </c:pt>
                <c:pt idx="12">
                  <c:v>13.6</c:v>
                </c:pt>
                <c:pt idx="13">
                  <c:v>13.2</c:v>
                </c:pt>
                <c:pt idx="14">
                  <c:v>13.4</c:v>
                </c:pt>
                <c:pt idx="15">
                  <c:v>13.5</c:v>
                </c:pt>
                <c:pt idx="16">
                  <c:v>13.6</c:v>
                </c:pt>
                <c:pt idx="17">
                  <c:v>12.8</c:v>
                </c:pt>
                <c:pt idx="18">
                  <c:v>12.7</c:v>
                </c:pt>
                <c:pt idx="19">
                  <c:v>12.6</c:v>
                </c:pt>
                <c:pt idx="20">
                  <c:v>12.6</c:v>
                </c:pt>
                <c:pt idx="21">
                  <c:v>12.9</c:v>
                </c:pt>
                <c:pt idx="22">
                  <c:v>13.3</c:v>
                </c:pt>
                <c:pt idx="23">
                  <c:v>13</c:v>
                </c:pt>
                <c:pt idx="24">
                  <c:v>13.2</c:v>
                </c:pt>
                <c:pt idx="25">
                  <c:v>13.9</c:v>
                </c:pt>
                <c:pt idx="26">
                  <c:v>14</c:v>
                </c:pt>
                <c:pt idx="27">
                  <c:v>13.4</c:v>
                </c:pt>
                <c:pt idx="28">
                  <c:v>13.7</c:v>
                </c:pt>
                <c:pt idx="29">
                  <c:v>13.7</c:v>
                </c:pt>
                <c:pt idx="30">
                  <c:v>13.5</c:v>
                </c:pt>
                <c:pt idx="31">
                  <c:v>13.9</c:v>
                </c:pt>
                <c:pt idx="32">
                  <c:v>13.7</c:v>
                </c:pt>
                <c:pt idx="33">
                  <c:v>13.4</c:v>
                </c:pt>
                <c:pt idx="34">
                  <c:v>13.3</c:v>
                </c:pt>
                <c:pt idx="35">
                  <c:v>13.1</c:v>
                </c:pt>
                <c:pt idx="36">
                  <c:v>13</c:v>
                </c:pt>
                <c:pt idx="37">
                  <c:v>13</c:v>
                </c:pt>
                <c:pt idx="38">
                  <c:v>13.5</c:v>
                </c:pt>
                <c:pt idx="39">
                  <c:v>13.4</c:v>
                </c:pt>
                <c:pt idx="40">
                  <c:v>13.2</c:v>
                </c:pt>
                <c:pt idx="41">
                  <c:v>13.3</c:v>
                </c:pt>
                <c:pt idx="42">
                  <c:v>13.2</c:v>
                </c:pt>
                <c:pt idx="43">
                  <c:v>12.7</c:v>
                </c:pt>
                <c:pt idx="44">
                  <c:v>12.6</c:v>
                </c:pt>
                <c:pt idx="45">
                  <c:v>13.2</c:v>
                </c:pt>
                <c:pt idx="46">
                  <c:v>13.1</c:v>
                </c:pt>
                <c:pt idx="47">
                  <c:v>13.3</c:v>
                </c:pt>
                <c:pt idx="48">
                  <c:v>13</c:v>
                </c:pt>
                <c:pt idx="49">
                  <c:v>12.7</c:v>
                </c:pt>
                <c:pt idx="50">
                  <c:v>13.4</c:v>
                </c:pt>
                <c:pt idx="51">
                  <c:v>13.6</c:v>
                </c:pt>
                <c:pt idx="52">
                  <c:v>13.1</c:v>
                </c:pt>
                <c:pt idx="53">
                  <c:v>12.5</c:v>
                </c:pt>
                <c:pt idx="54">
                  <c:v>12.8</c:v>
                </c:pt>
                <c:pt idx="55">
                  <c:v>12.9</c:v>
                </c:pt>
                <c:pt idx="56">
                  <c:v>12.9</c:v>
                </c:pt>
                <c:pt idx="57">
                  <c:v>13.2</c:v>
                </c:pt>
                <c:pt idx="58">
                  <c:v>13.2</c:v>
                </c:pt>
                <c:pt idx="59">
                  <c:v>13.1</c:v>
                </c:pt>
                <c:pt idx="60">
                  <c:v>13</c:v>
                </c:pt>
                <c:pt idx="61">
                  <c:v>12.6</c:v>
                </c:pt>
                <c:pt idx="62">
                  <c:v>13</c:v>
                </c:pt>
                <c:pt idx="63">
                  <c:v>13</c:v>
                </c:pt>
                <c:pt idx="64">
                  <c:v>12.5</c:v>
                </c:pt>
                <c:pt idx="65">
                  <c:v>12.4</c:v>
                </c:pt>
                <c:pt idx="66">
                  <c:v>12.5</c:v>
                </c:pt>
                <c:pt idx="67">
                  <c:v>12.9</c:v>
                </c:pt>
                <c:pt idx="68">
                  <c:v>13.1</c:v>
                </c:pt>
                <c:pt idx="69">
                  <c:v>12.4</c:v>
                </c:pt>
                <c:pt idx="70">
                  <c:v>12</c:v>
                </c:pt>
                <c:pt idx="71">
                  <c:v>12.3</c:v>
                </c:pt>
                <c:pt idx="72">
                  <c:v>12.3</c:v>
                </c:pt>
                <c:pt idx="73">
                  <c:v>12.5</c:v>
                </c:pt>
                <c:pt idx="74">
                  <c:v>12.4</c:v>
                </c:pt>
                <c:pt idx="75">
                  <c:v>12.7</c:v>
                </c:pt>
                <c:pt idx="76">
                  <c:v>12.8</c:v>
                </c:pt>
                <c:pt idx="77">
                  <c:v>12.7</c:v>
                </c:pt>
                <c:pt idx="78">
                  <c:v>12.9</c:v>
                </c:pt>
                <c:pt idx="79">
                  <c:v>13.4</c:v>
                </c:pt>
                <c:pt idx="80">
                  <c:v>13</c:v>
                </c:pt>
                <c:pt idx="81">
                  <c:v>12.7</c:v>
                </c:pt>
                <c:pt idx="82">
                  <c:v>13</c:v>
                </c:pt>
                <c:pt idx="83">
                  <c:v>13.5</c:v>
                </c:pt>
                <c:pt idx="84">
                  <c:v>13.3</c:v>
                </c:pt>
                <c:pt idx="85">
                  <c:v>13</c:v>
                </c:pt>
                <c:pt idx="86">
                  <c:v>13.1</c:v>
                </c:pt>
                <c:pt idx="87">
                  <c:v>13</c:v>
                </c:pt>
                <c:pt idx="88">
                  <c:v>12.8</c:v>
                </c:pt>
                <c:pt idx="89">
                  <c:v>12.9</c:v>
                </c:pt>
                <c:pt idx="90">
                  <c:v>12.7</c:v>
                </c:pt>
                <c:pt idx="91">
                  <c:v>12.6</c:v>
                </c:pt>
                <c:pt idx="92">
                  <c:v>12.8</c:v>
                </c:pt>
                <c:pt idx="93">
                  <c:v>13.1</c:v>
                </c:pt>
                <c:pt idx="94">
                  <c:v>13.2</c:v>
                </c:pt>
                <c:pt idx="95">
                  <c:v>13.7</c:v>
                </c:pt>
                <c:pt idx="96">
                  <c:v>13.7</c:v>
                </c:pt>
                <c:pt idx="97">
                  <c:v>13.2</c:v>
                </c:pt>
                <c:pt idx="98">
                  <c:v>13</c:v>
                </c:pt>
                <c:pt idx="99">
                  <c:v>13.4</c:v>
                </c:pt>
                <c:pt idx="100">
                  <c:v>13.1</c:v>
                </c:pt>
                <c:pt idx="101">
                  <c:v>12.5</c:v>
                </c:pt>
                <c:pt idx="102">
                  <c:v>12.3</c:v>
                </c:pt>
                <c:pt idx="103">
                  <c:v>12.5</c:v>
                </c:pt>
                <c:pt idx="104">
                  <c:v>12.3</c:v>
                </c:pt>
                <c:pt idx="105">
                  <c:v>12.3</c:v>
                </c:pt>
                <c:pt idx="106">
                  <c:v>12.2</c:v>
                </c:pt>
                <c:pt idx="107">
                  <c:v>12.6</c:v>
                </c:pt>
                <c:pt idx="108">
                  <c:v>12.6</c:v>
                </c:pt>
                <c:pt idx="109">
                  <c:v>12.1</c:v>
                </c:pt>
                <c:pt idx="110">
                  <c:v>12.2</c:v>
                </c:pt>
                <c:pt idx="111">
                  <c:v>12.2</c:v>
                </c:pt>
                <c:pt idx="112">
                  <c:v>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0B4-4CAC-8341-9A540417067A}"/>
            </c:ext>
          </c:extLst>
        </c:ser>
        <c:ser>
          <c:idx val="3"/>
          <c:order val="3"/>
          <c:tx>
            <c:strRef>
              <c:f>Garden_Details!$L$1</c:f>
              <c:strCache>
                <c:ptCount val="1"/>
                <c:pt idx="0">
                  <c:v>TSS_Checks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Garden_Details!$L$2:$L$115</c:f>
              <c:numCache>
                <c:formatCode>General</c:formatCode>
                <c:ptCount val="113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25</c:v>
                </c:pt>
                <c:pt idx="19">
                  <c:v>25</c:v>
                </c:pt>
                <c:pt idx="20">
                  <c:v>25</c:v>
                </c:pt>
                <c:pt idx="21">
                  <c:v>25</c:v>
                </c:pt>
                <c:pt idx="22">
                  <c:v>25</c:v>
                </c:pt>
                <c:pt idx="23">
                  <c:v>25</c:v>
                </c:pt>
                <c:pt idx="24">
                  <c:v>25</c:v>
                </c:pt>
                <c:pt idx="25">
                  <c:v>25</c:v>
                </c:pt>
                <c:pt idx="26">
                  <c:v>25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25</c:v>
                </c:pt>
                <c:pt idx="31">
                  <c:v>25</c:v>
                </c:pt>
                <c:pt idx="32">
                  <c:v>25</c:v>
                </c:pt>
                <c:pt idx="33">
                  <c:v>25</c:v>
                </c:pt>
                <c:pt idx="34">
                  <c:v>25</c:v>
                </c:pt>
                <c:pt idx="35">
                  <c:v>25</c:v>
                </c:pt>
                <c:pt idx="36">
                  <c:v>25</c:v>
                </c:pt>
                <c:pt idx="37">
                  <c:v>25</c:v>
                </c:pt>
                <c:pt idx="38">
                  <c:v>25</c:v>
                </c:pt>
                <c:pt idx="39">
                  <c:v>25</c:v>
                </c:pt>
                <c:pt idx="40">
                  <c:v>25</c:v>
                </c:pt>
                <c:pt idx="41">
                  <c:v>25</c:v>
                </c:pt>
                <c:pt idx="42">
                  <c:v>25</c:v>
                </c:pt>
                <c:pt idx="43">
                  <c:v>25</c:v>
                </c:pt>
                <c:pt idx="44">
                  <c:v>25</c:v>
                </c:pt>
                <c:pt idx="45">
                  <c:v>25</c:v>
                </c:pt>
                <c:pt idx="46">
                  <c:v>25</c:v>
                </c:pt>
                <c:pt idx="47">
                  <c:v>25</c:v>
                </c:pt>
                <c:pt idx="48">
                  <c:v>25</c:v>
                </c:pt>
                <c:pt idx="49">
                  <c:v>25</c:v>
                </c:pt>
                <c:pt idx="50">
                  <c:v>25</c:v>
                </c:pt>
                <c:pt idx="51">
                  <c:v>25</c:v>
                </c:pt>
                <c:pt idx="52">
                  <c:v>25</c:v>
                </c:pt>
                <c:pt idx="53">
                  <c:v>25</c:v>
                </c:pt>
                <c:pt idx="54">
                  <c:v>25</c:v>
                </c:pt>
                <c:pt idx="55">
                  <c:v>25</c:v>
                </c:pt>
                <c:pt idx="56">
                  <c:v>25</c:v>
                </c:pt>
                <c:pt idx="57">
                  <c:v>25</c:v>
                </c:pt>
                <c:pt idx="58">
                  <c:v>25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25</c:v>
                </c:pt>
                <c:pt idx="67">
                  <c:v>25</c:v>
                </c:pt>
                <c:pt idx="68">
                  <c:v>25</c:v>
                </c:pt>
                <c:pt idx="69">
                  <c:v>25</c:v>
                </c:pt>
                <c:pt idx="70">
                  <c:v>25</c:v>
                </c:pt>
                <c:pt idx="71">
                  <c:v>25</c:v>
                </c:pt>
                <c:pt idx="72">
                  <c:v>25</c:v>
                </c:pt>
                <c:pt idx="73">
                  <c:v>25</c:v>
                </c:pt>
                <c:pt idx="74">
                  <c:v>25</c:v>
                </c:pt>
                <c:pt idx="75">
                  <c:v>25</c:v>
                </c:pt>
                <c:pt idx="76">
                  <c:v>25</c:v>
                </c:pt>
                <c:pt idx="77">
                  <c:v>25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25</c:v>
                </c:pt>
                <c:pt idx="99">
                  <c:v>25</c:v>
                </c:pt>
                <c:pt idx="100">
                  <c:v>25</c:v>
                </c:pt>
                <c:pt idx="101">
                  <c:v>25</c:v>
                </c:pt>
                <c:pt idx="102">
                  <c:v>25</c:v>
                </c:pt>
                <c:pt idx="103">
                  <c:v>25</c:v>
                </c:pt>
                <c:pt idx="104">
                  <c:v>25</c:v>
                </c:pt>
                <c:pt idx="105">
                  <c:v>25</c:v>
                </c:pt>
                <c:pt idx="106">
                  <c:v>25</c:v>
                </c:pt>
                <c:pt idx="107">
                  <c:v>25</c:v>
                </c:pt>
                <c:pt idx="108">
                  <c:v>25</c:v>
                </c:pt>
                <c:pt idx="109">
                  <c:v>25</c:v>
                </c:pt>
                <c:pt idx="110">
                  <c:v>25</c:v>
                </c:pt>
                <c:pt idx="111">
                  <c:v>25</c:v>
                </c:pt>
                <c:pt idx="11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0B4-4CAC-8341-9A5404170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6037055"/>
        <c:axId val="162633479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Garden_Details!$C$1</c15:sqref>
                        </c15:formulaRef>
                      </c:ext>
                    </c:extLst>
                    <c:strCache>
                      <c:ptCount val="1"/>
                      <c:pt idx="0">
                        <c:v>FullSearch_Checks</c:v>
                      </c:pt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Garden_Details!$A$2:$A$115</c15:sqref>
                        </c15:formulaRef>
                      </c:ext>
                    </c:extLst>
                    <c:numCache>
                      <c:formatCode>General</c:formatCode>
                      <c:ptCount val="113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  <c:pt idx="29">
                        <c:v>30</c:v>
                      </c:pt>
                      <c:pt idx="30">
                        <c:v>31</c:v>
                      </c:pt>
                      <c:pt idx="31">
                        <c:v>32</c:v>
                      </c:pt>
                      <c:pt idx="32">
                        <c:v>33</c:v>
                      </c:pt>
                      <c:pt idx="33">
                        <c:v>34</c:v>
                      </c:pt>
                      <c:pt idx="34">
                        <c:v>35</c:v>
                      </c:pt>
                      <c:pt idx="35">
                        <c:v>36</c:v>
                      </c:pt>
                      <c:pt idx="36">
                        <c:v>37</c:v>
                      </c:pt>
                      <c:pt idx="37">
                        <c:v>38</c:v>
                      </c:pt>
                      <c:pt idx="38">
                        <c:v>39</c:v>
                      </c:pt>
                      <c:pt idx="39">
                        <c:v>40</c:v>
                      </c:pt>
                      <c:pt idx="40">
                        <c:v>41</c:v>
                      </c:pt>
                      <c:pt idx="41">
                        <c:v>42</c:v>
                      </c:pt>
                      <c:pt idx="42">
                        <c:v>43</c:v>
                      </c:pt>
                      <c:pt idx="43">
                        <c:v>44</c:v>
                      </c:pt>
                      <c:pt idx="44">
                        <c:v>45</c:v>
                      </c:pt>
                      <c:pt idx="45">
                        <c:v>46</c:v>
                      </c:pt>
                      <c:pt idx="46">
                        <c:v>47</c:v>
                      </c:pt>
                      <c:pt idx="47">
                        <c:v>48</c:v>
                      </c:pt>
                      <c:pt idx="48">
                        <c:v>49</c:v>
                      </c:pt>
                      <c:pt idx="49">
                        <c:v>50</c:v>
                      </c:pt>
                      <c:pt idx="50">
                        <c:v>51</c:v>
                      </c:pt>
                      <c:pt idx="51">
                        <c:v>52</c:v>
                      </c:pt>
                      <c:pt idx="52">
                        <c:v>53</c:v>
                      </c:pt>
                      <c:pt idx="53">
                        <c:v>54</c:v>
                      </c:pt>
                      <c:pt idx="54">
                        <c:v>55</c:v>
                      </c:pt>
                      <c:pt idx="55">
                        <c:v>56</c:v>
                      </c:pt>
                      <c:pt idx="56">
                        <c:v>57</c:v>
                      </c:pt>
                      <c:pt idx="57">
                        <c:v>58</c:v>
                      </c:pt>
                      <c:pt idx="58">
                        <c:v>59</c:v>
                      </c:pt>
                      <c:pt idx="59">
                        <c:v>60</c:v>
                      </c:pt>
                      <c:pt idx="60">
                        <c:v>61</c:v>
                      </c:pt>
                      <c:pt idx="61">
                        <c:v>62</c:v>
                      </c:pt>
                      <c:pt idx="62">
                        <c:v>63</c:v>
                      </c:pt>
                      <c:pt idx="63">
                        <c:v>64</c:v>
                      </c:pt>
                      <c:pt idx="64">
                        <c:v>65</c:v>
                      </c:pt>
                      <c:pt idx="65">
                        <c:v>66</c:v>
                      </c:pt>
                      <c:pt idx="66">
                        <c:v>67</c:v>
                      </c:pt>
                      <c:pt idx="67">
                        <c:v>68</c:v>
                      </c:pt>
                      <c:pt idx="68">
                        <c:v>69</c:v>
                      </c:pt>
                      <c:pt idx="69">
                        <c:v>70</c:v>
                      </c:pt>
                      <c:pt idx="70">
                        <c:v>71</c:v>
                      </c:pt>
                      <c:pt idx="71">
                        <c:v>72</c:v>
                      </c:pt>
                      <c:pt idx="72">
                        <c:v>73</c:v>
                      </c:pt>
                      <c:pt idx="73">
                        <c:v>74</c:v>
                      </c:pt>
                      <c:pt idx="74">
                        <c:v>75</c:v>
                      </c:pt>
                      <c:pt idx="75">
                        <c:v>76</c:v>
                      </c:pt>
                      <c:pt idx="76">
                        <c:v>77</c:v>
                      </c:pt>
                      <c:pt idx="77">
                        <c:v>78</c:v>
                      </c:pt>
                      <c:pt idx="78">
                        <c:v>79</c:v>
                      </c:pt>
                      <c:pt idx="79">
                        <c:v>80</c:v>
                      </c:pt>
                      <c:pt idx="80">
                        <c:v>81</c:v>
                      </c:pt>
                      <c:pt idx="81">
                        <c:v>82</c:v>
                      </c:pt>
                      <c:pt idx="82">
                        <c:v>83</c:v>
                      </c:pt>
                      <c:pt idx="83">
                        <c:v>84</c:v>
                      </c:pt>
                      <c:pt idx="84">
                        <c:v>85</c:v>
                      </c:pt>
                      <c:pt idx="85">
                        <c:v>86</c:v>
                      </c:pt>
                      <c:pt idx="86">
                        <c:v>87</c:v>
                      </c:pt>
                      <c:pt idx="87">
                        <c:v>88</c:v>
                      </c:pt>
                      <c:pt idx="88">
                        <c:v>89</c:v>
                      </c:pt>
                      <c:pt idx="89">
                        <c:v>90</c:v>
                      </c:pt>
                      <c:pt idx="90">
                        <c:v>91</c:v>
                      </c:pt>
                      <c:pt idx="91">
                        <c:v>92</c:v>
                      </c:pt>
                      <c:pt idx="92">
                        <c:v>93</c:v>
                      </c:pt>
                      <c:pt idx="93">
                        <c:v>94</c:v>
                      </c:pt>
                      <c:pt idx="94">
                        <c:v>95</c:v>
                      </c:pt>
                      <c:pt idx="95">
                        <c:v>96</c:v>
                      </c:pt>
                      <c:pt idx="96">
                        <c:v>97</c:v>
                      </c:pt>
                      <c:pt idx="97">
                        <c:v>98</c:v>
                      </c:pt>
                      <c:pt idx="98">
                        <c:v>99</c:v>
                      </c:pt>
                      <c:pt idx="99">
                        <c:v>100</c:v>
                      </c:pt>
                      <c:pt idx="100">
                        <c:v>101</c:v>
                      </c:pt>
                      <c:pt idx="101">
                        <c:v>102</c:v>
                      </c:pt>
                      <c:pt idx="102">
                        <c:v>103</c:v>
                      </c:pt>
                      <c:pt idx="103">
                        <c:v>104</c:v>
                      </c:pt>
                      <c:pt idx="104">
                        <c:v>105</c:v>
                      </c:pt>
                      <c:pt idx="105">
                        <c:v>106</c:v>
                      </c:pt>
                      <c:pt idx="106">
                        <c:v>107</c:v>
                      </c:pt>
                      <c:pt idx="107">
                        <c:v>108</c:v>
                      </c:pt>
                      <c:pt idx="108">
                        <c:v>109</c:v>
                      </c:pt>
                      <c:pt idx="109">
                        <c:v>110</c:v>
                      </c:pt>
                      <c:pt idx="110">
                        <c:v>111</c:v>
                      </c:pt>
                      <c:pt idx="111">
                        <c:v>112</c:v>
                      </c:pt>
                      <c:pt idx="112">
                        <c:v>113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Garden_Details!$C$2:$C$115</c15:sqref>
                        </c15:formulaRef>
                      </c:ext>
                    </c:extLst>
                    <c:numCache>
                      <c:formatCode>General</c:formatCode>
                      <c:ptCount val="113"/>
                      <c:pt idx="0">
                        <c:v>4225</c:v>
                      </c:pt>
                      <c:pt idx="1">
                        <c:v>4225</c:v>
                      </c:pt>
                      <c:pt idx="2">
                        <c:v>4225</c:v>
                      </c:pt>
                      <c:pt idx="3">
                        <c:v>4225</c:v>
                      </c:pt>
                      <c:pt idx="4">
                        <c:v>4225</c:v>
                      </c:pt>
                      <c:pt idx="5">
                        <c:v>4225</c:v>
                      </c:pt>
                      <c:pt idx="6">
                        <c:v>4225</c:v>
                      </c:pt>
                      <c:pt idx="7">
                        <c:v>4225</c:v>
                      </c:pt>
                      <c:pt idx="8">
                        <c:v>4225</c:v>
                      </c:pt>
                      <c:pt idx="9">
                        <c:v>4225</c:v>
                      </c:pt>
                      <c:pt idx="10">
                        <c:v>4225</c:v>
                      </c:pt>
                      <c:pt idx="11">
                        <c:v>4225</c:v>
                      </c:pt>
                      <c:pt idx="12">
                        <c:v>4225</c:v>
                      </c:pt>
                      <c:pt idx="13">
                        <c:v>4225</c:v>
                      </c:pt>
                      <c:pt idx="14">
                        <c:v>4225</c:v>
                      </c:pt>
                      <c:pt idx="15">
                        <c:v>4225</c:v>
                      </c:pt>
                      <c:pt idx="16">
                        <c:v>4225</c:v>
                      </c:pt>
                      <c:pt idx="17">
                        <c:v>4225</c:v>
                      </c:pt>
                      <c:pt idx="18">
                        <c:v>4225</c:v>
                      </c:pt>
                      <c:pt idx="19">
                        <c:v>4225</c:v>
                      </c:pt>
                      <c:pt idx="20">
                        <c:v>4225</c:v>
                      </c:pt>
                      <c:pt idx="21">
                        <c:v>4225</c:v>
                      </c:pt>
                      <c:pt idx="22">
                        <c:v>4225</c:v>
                      </c:pt>
                      <c:pt idx="23">
                        <c:v>4225</c:v>
                      </c:pt>
                      <c:pt idx="24">
                        <c:v>4225</c:v>
                      </c:pt>
                      <c:pt idx="25">
                        <c:v>4225</c:v>
                      </c:pt>
                      <c:pt idx="26">
                        <c:v>4225</c:v>
                      </c:pt>
                      <c:pt idx="27">
                        <c:v>4225</c:v>
                      </c:pt>
                      <c:pt idx="28">
                        <c:v>4225</c:v>
                      </c:pt>
                      <c:pt idx="29">
                        <c:v>4225</c:v>
                      </c:pt>
                      <c:pt idx="30">
                        <c:v>4225</c:v>
                      </c:pt>
                      <c:pt idx="31">
                        <c:v>4225</c:v>
                      </c:pt>
                      <c:pt idx="32">
                        <c:v>4225</c:v>
                      </c:pt>
                      <c:pt idx="33">
                        <c:v>4225</c:v>
                      </c:pt>
                      <c:pt idx="34">
                        <c:v>4225</c:v>
                      </c:pt>
                      <c:pt idx="35">
                        <c:v>4225</c:v>
                      </c:pt>
                      <c:pt idx="36">
                        <c:v>4225</c:v>
                      </c:pt>
                      <c:pt idx="37">
                        <c:v>4225</c:v>
                      </c:pt>
                      <c:pt idx="38">
                        <c:v>4225</c:v>
                      </c:pt>
                      <c:pt idx="39">
                        <c:v>4225</c:v>
                      </c:pt>
                      <c:pt idx="40">
                        <c:v>4225</c:v>
                      </c:pt>
                      <c:pt idx="41">
                        <c:v>4225</c:v>
                      </c:pt>
                      <c:pt idx="42">
                        <c:v>4225</c:v>
                      </c:pt>
                      <c:pt idx="43">
                        <c:v>4225</c:v>
                      </c:pt>
                      <c:pt idx="44">
                        <c:v>4225</c:v>
                      </c:pt>
                      <c:pt idx="45">
                        <c:v>4225</c:v>
                      </c:pt>
                      <c:pt idx="46">
                        <c:v>4225</c:v>
                      </c:pt>
                      <c:pt idx="47">
                        <c:v>4225</c:v>
                      </c:pt>
                      <c:pt idx="48">
                        <c:v>4225</c:v>
                      </c:pt>
                      <c:pt idx="49">
                        <c:v>4225</c:v>
                      </c:pt>
                      <c:pt idx="50">
                        <c:v>4225</c:v>
                      </c:pt>
                      <c:pt idx="51">
                        <c:v>4225</c:v>
                      </c:pt>
                      <c:pt idx="52">
                        <c:v>4225</c:v>
                      </c:pt>
                      <c:pt idx="53">
                        <c:v>4225</c:v>
                      </c:pt>
                      <c:pt idx="54">
                        <c:v>4225</c:v>
                      </c:pt>
                      <c:pt idx="55">
                        <c:v>4225</c:v>
                      </c:pt>
                      <c:pt idx="56">
                        <c:v>4225</c:v>
                      </c:pt>
                      <c:pt idx="57">
                        <c:v>4225</c:v>
                      </c:pt>
                      <c:pt idx="58">
                        <c:v>4225</c:v>
                      </c:pt>
                      <c:pt idx="59">
                        <c:v>4225</c:v>
                      </c:pt>
                      <c:pt idx="60">
                        <c:v>4225</c:v>
                      </c:pt>
                      <c:pt idx="61">
                        <c:v>4225</c:v>
                      </c:pt>
                      <c:pt idx="62">
                        <c:v>4225</c:v>
                      </c:pt>
                      <c:pt idx="63">
                        <c:v>4225</c:v>
                      </c:pt>
                      <c:pt idx="64">
                        <c:v>4225</c:v>
                      </c:pt>
                      <c:pt idx="65">
                        <c:v>4225</c:v>
                      </c:pt>
                      <c:pt idx="66">
                        <c:v>4225</c:v>
                      </c:pt>
                      <c:pt idx="67">
                        <c:v>4225</c:v>
                      </c:pt>
                      <c:pt idx="68">
                        <c:v>4225</c:v>
                      </c:pt>
                      <c:pt idx="69">
                        <c:v>4225</c:v>
                      </c:pt>
                      <c:pt idx="70">
                        <c:v>4225</c:v>
                      </c:pt>
                      <c:pt idx="71">
                        <c:v>4225</c:v>
                      </c:pt>
                      <c:pt idx="72">
                        <c:v>4225</c:v>
                      </c:pt>
                      <c:pt idx="73">
                        <c:v>4225</c:v>
                      </c:pt>
                      <c:pt idx="74">
                        <c:v>4225</c:v>
                      </c:pt>
                      <c:pt idx="75">
                        <c:v>4225</c:v>
                      </c:pt>
                      <c:pt idx="76">
                        <c:v>4225</c:v>
                      </c:pt>
                      <c:pt idx="77">
                        <c:v>4225</c:v>
                      </c:pt>
                      <c:pt idx="78">
                        <c:v>4225</c:v>
                      </c:pt>
                      <c:pt idx="79">
                        <c:v>4225</c:v>
                      </c:pt>
                      <c:pt idx="80">
                        <c:v>4225</c:v>
                      </c:pt>
                      <c:pt idx="81">
                        <c:v>4225</c:v>
                      </c:pt>
                      <c:pt idx="82">
                        <c:v>4225</c:v>
                      </c:pt>
                      <c:pt idx="83">
                        <c:v>4225</c:v>
                      </c:pt>
                      <c:pt idx="84">
                        <c:v>4225</c:v>
                      </c:pt>
                      <c:pt idx="85">
                        <c:v>4225</c:v>
                      </c:pt>
                      <c:pt idx="86">
                        <c:v>4225</c:v>
                      </c:pt>
                      <c:pt idx="87">
                        <c:v>4225</c:v>
                      </c:pt>
                      <c:pt idx="88">
                        <c:v>4225</c:v>
                      </c:pt>
                      <c:pt idx="89">
                        <c:v>4225</c:v>
                      </c:pt>
                      <c:pt idx="90">
                        <c:v>4225</c:v>
                      </c:pt>
                      <c:pt idx="91">
                        <c:v>4225</c:v>
                      </c:pt>
                      <c:pt idx="92">
                        <c:v>4225</c:v>
                      </c:pt>
                      <c:pt idx="93">
                        <c:v>4225</c:v>
                      </c:pt>
                      <c:pt idx="94">
                        <c:v>4225</c:v>
                      </c:pt>
                      <c:pt idx="95">
                        <c:v>4225</c:v>
                      </c:pt>
                      <c:pt idx="96">
                        <c:v>4225</c:v>
                      </c:pt>
                      <c:pt idx="97">
                        <c:v>4225</c:v>
                      </c:pt>
                      <c:pt idx="98">
                        <c:v>4225</c:v>
                      </c:pt>
                      <c:pt idx="99">
                        <c:v>4225</c:v>
                      </c:pt>
                      <c:pt idx="100">
                        <c:v>4225</c:v>
                      </c:pt>
                      <c:pt idx="101">
                        <c:v>4225</c:v>
                      </c:pt>
                      <c:pt idx="102">
                        <c:v>4225</c:v>
                      </c:pt>
                      <c:pt idx="103">
                        <c:v>4225</c:v>
                      </c:pt>
                      <c:pt idx="104">
                        <c:v>4225</c:v>
                      </c:pt>
                      <c:pt idx="105">
                        <c:v>4225</c:v>
                      </c:pt>
                      <c:pt idx="106">
                        <c:v>4225</c:v>
                      </c:pt>
                      <c:pt idx="107">
                        <c:v>4225</c:v>
                      </c:pt>
                      <c:pt idx="108">
                        <c:v>4225</c:v>
                      </c:pt>
                      <c:pt idx="109">
                        <c:v>4225</c:v>
                      </c:pt>
                      <c:pt idx="110">
                        <c:v>4225</c:v>
                      </c:pt>
                      <c:pt idx="111">
                        <c:v>4225</c:v>
                      </c:pt>
                      <c:pt idx="112">
                        <c:v>4225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E0B4-4CAC-8341-9A540417067A}"/>
                  </c:ext>
                </c:extLst>
              </c15:ser>
            </c15:filteredScatterSeries>
          </c:ext>
        </c:extLst>
      </c:scatterChart>
      <c:valAx>
        <c:axId val="986037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/>
                  <a:t>Full Search 4225</a:t>
                </a:r>
              </a:p>
            </c:rich>
          </c:tx>
          <c:layout>
            <c:manualLayout>
              <c:xMode val="edge"/>
              <c:yMode val="edge"/>
              <c:x val="0.36016894145182438"/>
              <c:y val="0.742463792451325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26334799"/>
        <c:crosses val="autoZero"/>
        <c:crossBetween val="midCat"/>
      </c:valAx>
      <c:valAx>
        <c:axId val="1626334799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8603705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PSNR</a:t>
            </a:r>
            <a:endParaRPr lang="zh-TW" altLang="en-US"/>
          </a:p>
        </c:rich>
      </c:tx>
      <c:layout>
        <c:manualLayout>
          <c:xMode val="edge"/>
          <c:yMode val="edge"/>
          <c:x val="6.5050906179864615E-2"/>
          <c:y val="0.774081899220677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7.7986516144829016E-2"/>
          <c:y val="5.3685720538749496E-2"/>
          <c:w val="0.86377570271515336"/>
          <c:h val="0.61295233029520935"/>
        </c:manualLayout>
      </c:layout>
      <c:scatterChart>
        <c:scatterStyle val="smoothMarker"/>
        <c:varyColors val="0"/>
        <c:ser>
          <c:idx val="0"/>
          <c:order val="0"/>
          <c:tx>
            <c:strRef>
              <c:f>Football_Details!$B$1</c:f>
              <c:strCache>
                <c:ptCount val="1"/>
                <c:pt idx="0">
                  <c:v>FullSearch_PSNR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Football_Details!$B$2:$B$260</c:f>
              <c:numCache>
                <c:formatCode>General</c:formatCode>
                <c:ptCount val="259"/>
                <c:pt idx="0">
                  <c:v>26.886800000000001</c:v>
                </c:pt>
                <c:pt idx="1">
                  <c:v>26.465699999999998</c:v>
                </c:pt>
                <c:pt idx="2">
                  <c:v>25.787500000000001</c:v>
                </c:pt>
                <c:pt idx="3">
                  <c:v>25.6571</c:v>
                </c:pt>
                <c:pt idx="4">
                  <c:v>25.069900000000001</c:v>
                </c:pt>
                <c:pt idx="5">
                  <c:v>24.6189</c:v>
                </c:pt>
                <c:pt idx="6">
                  <c:v>24.3642</c:v>
                </c:pt>
                <c:pt idx="7">
                  <c:v>23.822900000000001</c:v>
                </c:pt>
                <c:pt idx="8">
                  <c:v>24.4331</c:v>
                </c:pt>
                <c:pt idx="9">
                  <c:v>23.946000000000002</c:v>
                </c:pt>
                <c:pt idx="10">
                  <c:v>23.843299999999999</c:v>
                </c:pt>
                <c:pt idx="11">
                  <c:v>24.2622</c:v>
                </c:pt>
                <c:pt idx="12">
                  <c:v>24.622699999999998</c:v>
                </c:pt>
                <c:pt idx="13">
                  <c:v>24.019600000000001</c:v>
                </c:pt>
                <c:pt idx="14">
                  <c:v>23.8523</c:v>
                </c:pt>
                <c:pt idx="15">
                  <c:v>23.9267</c:v>
                </c:pt>
                <c:pt idx="16">
                  <c:v>23.9634</c:v>
                </c:pt>
                <c:pt idx="17">
                  <c:v>23.752600000000001</c:v>
                </c:pt>
                <c:pt idx="18">
                  <c:v>24.2713</c:v>
                </c:pt>
                <c:pt idx="19">
                  <c:v>24.2851</c:v>
                </c:pt>
                <c:pt idx="20">
                  <c:v>24.266999999999999</c:v>
                </c:pt>
                <c:pt idx="21">
                  <c:v>24.578900000000001</c:v>
                </c:pt>
                <c:pt idx="22">
                  <c:v>24.269100000000002</c:v>
                </c:pt>
                <c:pt idx="23">
                  <c:v>24.009</c:v>
                </c:pt>
                <c:pt idx="24">
                  <c:v>23.916399999999999</c:v>
                </c:pt>
                <c:pt idx="25">
                  <c:v>23.927199999999999</c:v>
                </c:pt>
                <c:pt idx="26">
                  <c:v>24.323399999999999</c:v>
                </c:pt>
                <c:pt idx="27">
                  <c:v>24.7316</c:v>
                </c:pt>
                <c:pt idx="28">
                  <c:v>24.9971</c:v>
                </c:pt>
                <c:pt idx="29">
                  <c:v>24.8369</c:v>
                </c:pt>
                <c:pt idx="30">
                  <c:v>24.457000000000001</c:v>
                </c:pt>
                <c:pt idx="31">
                  <c:v>23.943899999999999</c:v>
                </c:pt>
                <c:pt idx="32">
                  <c:v>23.950700000000001</c:v>
                </c:pt>
                <c:pt idx="33">
                  <c:v>24.358699999999999</c:v>
                </c:pt>
                <c:pt idx="34">
                  <c:v>24.530100000000001</c:v>
                </c:pt>
                <c:pt idx="35">
                  <c:v>24.448899999999998</c:v>
                </c:pt>
                <c:pt idx="36">
                  <c:v>24.168399999999998</c:v>
                </c:pt>
                <c:pt idx="37">
                  <c:v>24.2928</c:v>
                </c:pt>
                <c:pt idx="38">
                  <c:v>24.478100000000001</c:v>
                </c:pt>
                <c:pt idx="39">
                  <c:v>24.464300000000001</c:v>
                </c:pt>
                <c:pt idx="40">
                  <c:v>24.178000000000001</c:v>
                </c:pt>
                <c:pt idx="41">
                  <c:v>23.838899999999999</c:v>
                </c:pt>
                <c:pt idx="42">
                  <c:v>23.8537</c:v>
                </c:pt>
                <c:pt idx="43">
                  <c:v>24.208500000000001</c:v>
                </c:pt>
                <c:pt idx="44">
                  <c:v>23.878</c:v>
                </c:pt>
                <c:pt idx="45">
                  <c:v>24.385100000000001</c:v>
                </c:pt>
                <c:pt idx="46">
                  <c:v>23.884799999999998</c:v>
                </c:pt>
                <c:pt idx="47">
                  <c:v>24.389199999999999</c:v>
                </c:pt>
                <c:pt idx="48">
                  <c:v>25.012699999999999</c:v>
                </c:pt>
                <c:pt idx="49">
                  <c:v>25.3948</c:v>
                </c:pt>
                <c:pt idx="50">
                  <c:v>25.3856</c:v>
                </c:pt>
                <c:pt idx="51">
                  <c:v>25.858499999999999</c:v>
                </c:pt>
                <c:pt idx="52">
                  <c:v>26.508500000000002</c:v>
                </c:pt>
                <c:pt idx="53">
                  <c:v>25.741900000000001</c:v>
                </c:pt>
                <c:pt idx="54">
                  <c:v>25.801400000000001</c:v>
                </c:pt>
                <c:pt idx="55">
                  <c:v>24.7852</c:v>
                </c:pt>
                <c:pt idx="56">
                  <c:v>24.441400000000002</c:v>
                </c:pt>
                <c:pt idx="57">
                  <c:v>24.7014</c:v>
                </c:pt>
                <c:pt idx="58">
                  <c:v>24.918099999999999</c:v>
                </c:pt>
                <c:pt idx="59">
                  <c:v>24.6264</c:v>
                </c:pt>
                <c:pt idx="60">
                  <c:v>24.572700000000001</c:v>
                </c:pt>
                <c:pt idx="61">
                  <c:v>25.3933</c:v>
                </c:pt>
                <c:pt idx="62">
                  <c:v>24.9679</c:v>
                </c:pt>
                <c:pt idx="63">
                  <c:v>25.447700000000001</c:v>
                </c:pt>
                <c:pt idx="64">
                  <c:v>25.173500000000001</c:v>
                </c:pt>
                <c:pt idx="65">
                  <c:v>25.479600000000001</c:v>
                </c:pt>
                <c:pt idx="66">
                  <c:v>25.4285</c:v>
                </c:pt>
                <c:pt idx="67">
                  <c:v>25.500399999999999</c:v>
                </c:pt>
                <c:pt idx="68">
                  <c:v>25.8734</c:v>
                </c:pt>
                <c:pt idx="69">
                  <c:v>25.668600000000001</c:v>
                </c:pt>
                <c:pt idx="70">
                  <c:v>26.092600000000001</c:v>
                </c:pt>
                <c:pt idx="71">
                  <c:v>26.420999999999999</c:v>
                </c:pt>
                <c:pt idx="72">
                  <c:v>26.261500000000002</c:v>
                </c:pt>
                <c:pt idx="73">
                  <c:v>27.165800000000001</c:v>
                </c:pt>
                <c:pt idx="74">
                  <c:v>27.176400000000001</c:v>
                </c:pt>
                <c:pt idx="75">
                  <c:v>27.1523</c:v>
                </c:pt>
                <c:pt idx="76">
                  <c:v>27.959599999999998</c:v>
                </c:pt>
                <c:pt idx="77">
                  <c:v>27.040500000000002</c:v>
                </c:pt>
                <c:pt idx="78">
                  <c:v>27.728100000000001</c:v>
                </c:pt>
                <c:pt idx="79">
                  <c:v>27.940899999999999</c:v>
                </c:pt>
                <c:pt idx="80">
                  <c:v>28.5764</c:v>
                </c:pt>
                <c:pt idx="81">
                  <c:v>30.191800000000001</c:v>
                </c:pt>
                <c:pt idx="82">
                  <c:v>34.569899999999997</c:v>
                </c:pt>
                <c:pt idx="83">
                  <c:v>38.127099999999999</c:v>
                </c:pt>
                <c:pt idx="84">
                  <c:v>36.951799999999999</c:v>
                </c:pt>
                <c:pt idx="85">
                  <c:v>33.470199999999998</c:v>
                </c:pt>
                <c:pt idx="86">
                  <c:v>33.293799999999997</c:v>
                </c:pt>
                <c:pt idx="87">
                  <c:v>31.379200000000001</c:v>
                </c:pt>
                <c:pt idx="88">
                  <c:v>30.2211</c:v>
                </c:pt>
                <c:pt idx="89">
                  <c:v>30.465199999999999</c:v>
                </c:pt>
                <c:pt idx="90">
                  <c:v>30.0793</c:v>
                </c:pt>
                <c:pt idx="91">
                  <c:v>29.837499999999999</c:v>
                </c:pt>
                <c:pt idx="92">
                  <c:v>31.1296</c:v>
                </c:pt>
                <c:pt idx="93">
                  <c:v>32.3142</c:v>
                </c:pt>
                <c:pt idx="94">
                  <c:v>30.7074</c:v>
                </c:pt>
                <c:pt idx="95">
                  <c:v>30.701499999999999</c:v>
                </c:pt>
                <c:pt idx="96">
                  <c:v>31.1172</c:v>
                </c:pt>
                <c:pt idx="97">
                  <c:v>32.034500000000001</c:v>
                </c:pt>
                <c:pt idx="98">
                  <c:v>31.067299999999999</c:v>
                </c:pt>
                <c:pt idx="99">
                  <c:v>31.363600000000002</c:v>
                </c:pt>
                <c:pt idx="100">
                  <c:v>31.648</c:v>
                </c:pt>
                <c:pt idx="101">
                  <c:v>32.016500000000001</c:v>
                </c:pt>
                <c:pt idx="102">
                  <c:v>31.815300000000001</c:v>
                </c:pt>
                <c:pt idx="103">
                  <c:v>32.796100000000003</c:v>
                </c:pt>
                <c:pt idx="104">
                  <c:v>32.222000000000001</c:v>
                </c:pt>
                <c:pt idx="105">
                  <c:v>30.501300000000001</c:v>
                </c:pt>
                <c:pt idx="106">
                  <c:v>30.741199999999999</c:v>
                </c:pt>
                <c:pt idx="107">
                  <c:v>29.840499999999999</c:v>
                </c:pt>
                <c:pt idx="108">
                  <c:v>30.3352</c:v>
                </c:pt>
                <c:pt idx="109">
                  <c:v>31.550599999999999</c:v>
                </c:pt>
                <c:pt idx="110">
                  <c:v>33.1922</c:v>
                </c:pt>
                <c:pt idx="111">
                  <c:v>32.271799999999999</c:v>
                </c:pt>
                <c:pt idx="112">
                  <c:v>30.9527</c:v>
                </c:pt>
                <c:pt idx="113">
                  <c:v>30.782499999999999</c:v>
                </c:pt>
                <c:pt idx="114">
                  <c:v>30.325500000000002</c:v>
                </c:pt>
                <c:pt idx="115">
                  <c:v>29.018799999999999</c:v>
                </c:pt>
                <c:pt idx="116">
                  <c:v>28.9693</c:v>
                </c:pt>
                <c:pt idx="117">
                  <c:v>28.8857</c:v>
                </c:pt>
                <c:pt idx="118">
                  <c:v>30.307600000000001</c:v>
                </c:pt>
                <c:pt idx="119">
                  <c:v>30.0243</c:v>
                </c:pt>
                <c:pt idx="120">
                  <c:v>28.9282</c:v>
                </c:pt>
                <c:pt idx="121">
                  <c:v>29.3996</c:v>
                </c:pt>
                <c:pt idx="122">
                  <c:v>28.784500000000001</c:v>
                </c:pt>
                <c:pt idx="123">
                  <c:v>28.426400000000001</c:v>
                </c:pt>
                <c:pt idx="124">
                  <c:v>28.734999999999999</c:v>
                </c:pt>
                <c:pt idx="125">
                  <c:v>27.422699999999999</c:v>
                </c:pt>
                <c:pt idx="126">
                  <c:v>27.383800000000001</c:v>
                </c:pt>
                <c:pt idx="127">
                  <c:v>27.652100000000001</c:v>
                </c:pt>
                <c:pt idx="128">
                  <c:v>27.8795</c:v>
                </c:pt>
                <c:pt idx="129">
                  <c:v>28.539300000000001</c:v>
                </c:pt>
                <c:pt idx="130">
                  <c:v>28.556999999999999</c:v>
                </c:pt>
                <c:pt idx="131">
                  <c:v>28.480399999999999</c:v>
                </c:pt>
                <c:pt idx="132">
                  <c:v>27.977699999999999</c:v>
                </c:pt>
                <c:pt idx="133">
                  <c:v>27.5626</c:v>
                </c:pt>
                <c:pt idx="134">
                  <c:v>27.275099999999998</c:v>
                </c:pt>
                <c:pt idx="135">
                  <c:v>27.237200000000001</c:v>
                </c:pt>
                <c:pt idx="136">
                  <c:v>27.129799999999999</c:v>
                </c:pt>
                <c:pt idx="137">
                  <c:v>27.1435</c:v>
                </c:pt>
                <c:pt idx="138">
                  <c:v>26.819099999999999</c:v>
                </c:pt>
                <c:pt idx="139">
                  <c:v>26.701699999999999</c:v>
                </c:pt>
                <c:pt idx="140">
                  <c:v>27.3583</c:v>
                </c:pt>
                <c:pt idx="141">
                  <c:v>27.7515</c:v>
                </c:pt>
                <c:pt idx="142">
                  <c:v>27.233599999999999</c:v>
                </c:pt>
                <c:pt idx="143">
                  <c:v>27.359400000000001</c:v>
                </c:pt>
                <c:pt idx="144">
                  <c:v>27.486899999999999</c:v>
                </c:pt>
                <c:pt idx="145">
                  <c:v>27.259</c:v>
                </c:pt>
                <c:pt idx="146">
                  <c:v>26.927399999999999</c:v>
                </c:pt>
                <c:pt idx="147">
                  <c:v>27.320599999999999</c:v>
                </c:pt>
                <c:pt idx="148">
                  <c:v>27.726500000000001</c:v>
                </c:pt>
                <c:pt idx="149">
                  <c:v>27.365600000000001</c:v>
                </c:pt>
                <c:pt idx="150">
                  <c:v>27.441500000000001</c:v>
                </c:pt>
                <c:pt idx="151">
                  <c:v>26.830300000000001</c:v>
                </c:pt>
                <c:pt idx="152">
                  <c:v>26.8841</c:v>
                </c:pt>
                <c:pt idx="153">
                  <c:v>26.692</c:v>
                </c:pt>
                <c:pt idx="154">
                  <c:v>26.849499999999999</c:v>
                </c:pt>
                <c:pt idx="155">
                  <c:v>26.144100000000002</c:v>
                </c:pt>
                <c:pt idx="156">
                  <c:v>26.535599999999999</c:v>
                </c:pt>
                <c:pt idx="157">
                  <c:v>25.8063</c:v>
                </c:pt>
                <c:pt idx="158">
                  <c:v>25.2239</c:v>
                </c:pt>
                <c:pt idx="159">
                  <c:v>24.6249</c:v>
                </c:pt>
                <c:pt idx="160">
                  <c:v>24.729700000000001</c:v>
                </c:pt>
                <c:pt idx="161">
                  <c:v>25.121500000000001</c:v>
                </c:pt>
                <c:pt idx="162">
                  <c:v>25.393000000000001</c:v>
                </c:pt>
                <c:pt idx="163">
                  <c:v>25.6692</c:v>
                </c:pt>
                <c:pt idx="164">
                  <c:v>25.133900000000001</c:v>
                </c:pt>
                <c:pt idx="165">
                  <c:v>25.417200000000001</c:v>
                </c:pt>
                <c:pt idx="166">
                  <c:v>25.4496</c:v>
                </c:pt>
                <c:pt idx="167">
                  <c:v>25.213899999999999</c:v>
                </c:pt>
                <c:pt idx="168">
                  <c:v>25.382200000000001</c:v>
                </c:pt>
                <c:pt idx="169">
                  <c:v>25.527799999999999</c:v>
                </c:pt>
                <c:pt idx="170">
                  <c:v>25.9224</c:v>
                </c:pt>
                <c:pt idx="171">
                  <c:v>25.662500000000001</c:v>
                </c:pt>
                <c:pt idx="172">
                  <c:v>25.594999999999999</c:v>
                </c:pt>
                <c:pt idx="173">
                  <c:v>26.272400000000001</c:v>
                </c:pt>
                <c:pt idx="174">
                  <c:v>26.926600000000001</c:v>
                </c:pt>
                <c:pt idx="175">
                  <c:v>26.917000000000002</c:v>
                </c:pt>
                <c:pt idx="176">
                  <c:v>26.894600000000001</c:v>
                </c:pt>
                <c:pt idx="177">
                  <c:v>27.2682</c:v>
                </c:pt>
                <c:pt idx="178">
                  <c:v>26.715299999999999</c:v>
                </c:pt>
                <c:pt idx="179">
                  <c:v>26.540500000000002</c:v>
                </c:pt>
                <c:pt idx="180">
                  <c:v>26.561800000000002</c:v>
                </c:pt>
                <c:pt idx="181">
                  <c:v>26.865300000000001</c:v>
                </c:pt>
                <c:pt idx="182">
                  <c:v>27.3599</c:v>
                </c:pt>
                <c:pt idx="183">
                  <c:v>28.486599999999999</c:v>
                </c:pt>
                <c:pt idx="184">
                  <c:v>27.974900000000002</c:v>
                </c:pt>
                <c:pt idx="185">
                  <c:v>28.135100000000001</c:v>
                </c:pt>
                <c:pt idx="186">
                  <c:v>27.8063</c:v>
                </c:pt>
                <c:pt idx="187">
                  <c:v>28.159099999999999</c:v>
                </c:pt>
                <c:pt idx="188">
                  <c:v>27.601099999999999</c:v>
                </c:pt>
                <c:pt idx="189">
                  <c:v>28.067900000000002</c:v>
                </c:pt>
                <c:pt idx="190">
                  <c:v>27.599499999999999</c:v>
                </c:pt>
                <c:pt idx="191">
                  <c:v>28.308</c:v>
                </c:pt>
                <c:pt idx="192">
                  <c:v>27.869900000000001</c:v>
                </c:pt>
                <c:pt idx="193">
                  <c:v>27.815300000000001</c:v>
                </c:pt>
                <c:pt idx="194">
                  <c:v>28.0001</c:v>
                </c:pt>
                <c:pt idx="195">
                  <c:v>27.933599999999998</c:v>
                </c:pt>
                <c:pt idx="196">
                  <c:v>28.4998</c:v>
                </c:pt>
                <c:pt idx="197">
                  <c:v>28.647300000000001</c:v>
                </c:pt>
                <c:pt idx="198">
                  <c:v>27.778199999999998</c:v>
                </c:pt>
                <c:pt idx="199">
                  <c:v>26.839300000000001</c:v>
                </c:pt>
                <c:pt idx="200">
                  <c:v>26.1142</c:v>
                </c:pt>
                <c:pt idx="201">
                  <c:v>25.689</c:v>
                </c:pt>
                <c:pt idx="202">
                  <c:v>25.184799999999999</c:v>
                </c:pt>
                <c:pt idx="203">
                  <c:v>24.7714</c:v>
                </c:pt>
                <c:pt idx="204">
                  <c:v>24.9955</c:v>
                </c:pt>
                <c:pt idx="205">
                  <c:v>24.857399999999998</c:v>
                </c:pt>
                <c:pt idx="206">
                  <c:v>24.67</c:v>
                </c:pt>
                <c:pt idx="207">
                  <c:v>24.345400000000001</c:v>
                </c:pt>
                <c:pt idx="208">
                  <c:v>23.7059</c:v>
                </c:pt>
                <c:pt idx="209">
                  <c:v>23.645399999999999</c:v>
                </c:pt>
                <c:pt idx="210">
                  <c:v>23.603400000000001</c:v>
                </c:pt>
                <c:pt idx="211">
                  <c:v>24.136700000000001</c:v>
                </c:pt>
                <c:pt idx="212">
                  <c:v>23.912600000000001</c:v>
                </c:pt>
                <c:pt idx="213">
                  <c:v>24.072399999999998</c:v>
                </c:pt>
                <c:pt idx="214">
                  <c:v>23.775600000000001</c:v>
                </c:pt>
                <c:pt idx="215">
                  <c:v>23.879000000000001</c:v>
                </c:pt>
                <c:pt idx="216">
                  <c:v>24.382899999999999</c:v>
                </c:pt>
                <c:pt idx="217">
                  <c:v>24.434000000000001</c:v>
                </c:pt>
                <c:pt idx="218">
                  <c:v>23.919899999999998</c:v>
                </c:pt>
                <c:pt idx="219">
                  <c:v>23.546800000000001</c:v>
                </c:pt>
                <c:pt idx="220">
                  <c:v>23.950299999999999</c:v>
                </c:pt>
                <c:pt idx="221">
                  <c:v>24.093800000000002</c:v>
                </c:pt>
                <c:pt idx="222">
                  <c:v>23.793700000000001</c:v>
                </c:pt>
                <c:pt idx="223">
                  <c:v>23.587900000000001</c:v>
                </c:pt>
                <c:pt idx="224">
                  <c:v>23.295999999999999</c:v>
                </c:pt>
                <c:pt idx="225">
                  <c:v>23.338999999999999</c:v>
                </c:pt>
                <c:pt idx="226">
                  <c:v>23.3931</c:v>
                </c:pt>
                <c:pt idx="227">
                  <c:v>23.565899999999999</c:v>
                </c:pt>
                <c:pt idx="228">
                  <c:v>23.607900000000001</c:v>
                </c:pt>
                <c:pt idx="229">
                  <c:v>23.635000000000002</c:v>
                </c:pt>
                <c:pt idx="230">
                  <c:v>23.878900000000002</c:v>
                </c:pt>
                <c:pt idx="231">
                  <c:v>23.804099999999998</c:v>
                </c:pt>
                <c:pt idx="232">
                  <c:v>23.9922</c:v>
                </c:pt>
                <c:pt idx="233">
                  <c:v>24.025500000000001</c:v>
                </c:pt>
                <c:pt idx="234">
                  <c:v>23.8963</c:v>
                </c:pt>
                <c:pt idx="235">
                  <c:v>23.796600000000002</c:v>
                </c:pt>
                <c:pt idx="236">
                  <c:v>23.8339</c:v>
                </c:pt>
                <c:pt idx="237">
                  <c:v>24.3233</c:v>
                </c:pt>
                <c:pt idx="238">
                  <c:v>24.582699999999999</c:v>
                </c:pt>
                <c:pt idx="239">
                  <c:v>24.303799999999999</c:v>
                </c:pt>
                <c:pt idx="240">
                  <c:v>24.1082</c:v>
                </c:pt>
                <c:pt idx="241">
                  <c:v>23.735499999999998</c:v>
                </c:pt>
                <c:pt idx="242">
                  <c:v>24.075500000000002</c:v>
                </c:pt>
                <c:pt idx="243">
                  <c:v>24.712399999999999</c:v>
                </c:pt>
                <c:pt idx="244">
                  <c:v>24.619800000000001</c:v>
                </c:pt>
                <c:pt idx="245">
                  <c:v>24.464099999999998</c:v>
                </c:pt>
                <c:pt idx="246">
                  <c:v>24.163699999999999</c:v>
                </c:pt>
                <c:pt idx="247">
                  <c:v>23.4528</c:v>
                </c:pt>
                <c:pt idx="248">
                  <c:v>23.699300000000001</c:v>
                </c:pt>
                <c:pt idx="249">
                  <c:v>23.6372</c:v>
                </c:pt>
                <c:pt idx="250">
                  <c:v>23.57</c:v>
                </c:pt>
                <c:pt idx="251">
                  <c:v>23.880600000000001</c:v>
                </c:pt>
                <c:pt idx="252">
                  <c:v>24.008199999999999</c:v>
                </c:pt>
                <c:pt idx="253">
                  <c:v>24.438500000000001</c:v>
                </c:pt>
                <c:pt idx="254">
                  <c:v>24.093299999999999</c:v>
                </c:pt>
                <c:pt idx="255">
                  <c:v>24.2455</c:v>
                </c:pt>
                <c:pt idx="256">
                  <c:v>23.859000000000002</c:v>
                </c:pt>
                <c:pt idx="257">
                  <c:v>23.617100000000001</c:v>
                </c:pt>
                <c:pt idx="258">
                  <c:v>23.8353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B43-4816-8579-1828BCA0524C}"/>
            </c:ext>
          </c:extLst>
        </c:ser>
        <c:ser>
          <c:idx val="1"/>
          <c:order val="1"/>
          <c:tx>
            <c:strRef>
              <c:f>Football_Details!$E$1</c:f>
              <c:strCache>
                <c:ptCount val="1"/>
                <c:pt idx="0">
                  <c:v>Diamond_PSNR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Football_Details!$E$2:$E$260</c:f>
              <c:numCache>
                <c:formatCode>General</c:formatCode>
                <c:ptCount val="259"/>
                <c:pt idx="0">
                  <c:v>25.810400000000001</c:v>
                </c:pt>
                <c:pt idx="1">
                  <c:v>25.324300000000001</c:v>
                </c:pt>
                <c:pt idx="2">
                  <c:v>24.3201</c:v>
                </c:pt>
                <c:pt idx="3">
                  <c:v>24.270700000000001</c:v>
                </c:pt>
                <c:pt idx="4">
                  <c:v>23.8386</c:v>
                </c:pt>
                <c:pt idx="5">
                  <c:v>23.464200000000002</c:v>
                </c:pt>
                <c:pt idx="6">
                  <c:v>23.321200000000001</c:v>
                </c:pt>
                <c:pt idx="7">
                  <c:v>22.8553</c:v>
                </c:pt>
                <c:pt idx="8">
                  <c:v>23.047899999999998</c:v>
                </c:pt>
                <c:pt idx="9">
                  <c:v>22.462499999999999</c:v>
                </c:pt>
                <c:pt idx="10">
                  <c:v>22.694199999999999</c:v>
                </c:pt>
                <c:pt idx="11">
                  <c:v>22.6477</c:v>
                </c:pt>
                <c:pt idx="12">
                  <c:v>22.85</c:v>
                </c:pt>
                <c:pt idx="13">
                  <c:v>22.813700000000001</c:v>
                </c:pt>
                <c:pt idx="14">
                  <c:v>22.7925</c:v>
                </c:pt>
                <c:pt idx="15">
                  <c:v>22.415299999999998</c:v>
                </c:pt>
                <c:pt idx="16">
                  <c:v>22.477799999999998</c:v>
                </c:pt>
                <c:pt idx="17">
                  <c:v>22.367699999999999</c:v>
                </c:pt>
                <c:pt idx="18">
                  <c:v>22.562200000000001</c:v>
                </c:pt>
                <c:pt idx="19">
                  <c:v>22.995899999999999</c:v>
                </c:pt>
                <c:pt idx="20">
                  <c:v>22.7669</c:v>
                </c:pt>
                <c:pt idx="21">
                  <c:v>23.116099999999999</c:v>
                </c:pt>
                <c:pt idx="22">
                  <c:v>22.934000000000001</c:v>
                </c:pt>
                <c:pt idx="23">
                  <c:v>22.6219</c:v>
                </c:pt>
                <c:pt idx="24">
                  <c:v>22.380700000000001</c:v>
                </c:pt>
                <c:pt idx="25">
                  <c:v>22.081700000000001</c:v>
                </c:pt>
                <c:pt idx="26">
                  <c:v>22.2073</c:v>
                </c:pt>
                <c:pt idx="27">
                  <c:v>22.682700000000001</c:v>
                </c:pt>
                <c:pt idx="28">
                  <c:v>22.864599999999999</c:v>
                </c:pt>
                <c:pt idx="29">
                  <c:v>22.762599999999999</c:v>
                </c:pt>
                <c:pt idx="30">
                  <c:v>22.400600000000001</c:v>
                </c:pt>
                <c:pt idx="31">
                  <c:v>22.283000000000001</c:v>
                </c:pt>
                <c:pt idx="32">
                  <c:v>21.8337</c:v>
                </c:pt>
                <c:pt idx="33">
                  <c:v>21.791</c:v>
                </c:pt>
                <c:pt idx="34">
                  <c:v>21.4876</c:v>
                </c:pt>
                <c:pt idx="35">
                  <c:v>21.3217</c:v>
                </c:pt>
                <c:pt idx="36">
                  <c:v>21.904699999999998</c:v>
                </c:pt>
                <c:pt idx="37">
                  <c:v>21.506499999999999</c:v>
                </c:pt>
                <c:pt idx="38">
                  <c:v>21.2989</c:v>
                </c:pt>
                <c:pt idx="39">
                  <c:v>21.6646</c:v>
                </c:pt>
                <c:pt idx="40">
                  <c:v>21.3142</c:v>
                </c:pt>
                <c:pt idx="41">
                  <c:v>21.558299999999999</c:v>
                </c:pt>
                <c:pt idx="42">
                  <c:v>21.558499999999999</c:v>
                </c:pt>
                <c:pt idx="43">
                  <c:v>21.853300000000001</c:v>
                </c:pt>
                <c:pt idx="44">
                  <c:v>21.4725</c:v>
                </c:pt>
                <c:pt idx="45">
                  <c:v>21.5684</c:v>
                </c:pt>
                <c:pt idx="46">
                  <c:v>21.6843</c:v>
                </c:pt>
                <c:pt idx="47">
                  <c:v>22.7257</c:v>
                </c:pt>
                <c:pt idx="48">
                  <c:v>23.293900000000001</c:v>
                </c:pt>
                <c:pt idx="49">
                  <c:v>23.627500000000001</c:v>
                </c:pt>
                <c:pt idx="50">
                  <c:v>23.850999999999999</c:v>
                </c:pt>
                <c:pt idx="51">
                  <c:v>23.939800000000002</c:v>
                </c:pt>
                <c:pt idx="52">
                  <c:v>24.671500000000002</c:v>
                </c:pt>
                <c:pt idx="53">
                  <c:v>24.202500000000001</c:v>
                </c:pt>
                <c:pt idx="54">
                  <c:v>24.4056</c:v>
                </c:pt>
                <c:pt idx="55">
                  <c:v>23.569700000000001</c:v>
                </c:pt>
                <c:pt idx="56">
                  <c:v>23.337700000000002</c:v>
                </c:pt>
                <c:pt idx="57">
                  <c:v>22.672499999999999</c:v>
                </c:pt>
                <c:pt idx="58">
                  <c:v>23.229199999999999</c:v>
                </c:pt>
                <c:pt idx="59">
                  <c:v>22.760899999999999</c:v>
                </c:pt>
                <c:pt idx="60">
                  <c:v>22.765799999999999</c:v>
                </c:pt>
                <c:pt idx="61">
                  <c:v>23.3688</c:v>
                </c:pt>
                <c:pt idx="62">
                  <c:v>22.669699999999999</c:v>
                </c:pt>
                <c:pt idx="63">
                  <c:v>22.784700000000001</c:v>
                </c:pt>
                <c:pt idx="64">
                  <c:v>23.4011</c:v>
                </c:pt>
                <c:pt idx="65">
                  <c:v>23.625299999999999</c:v>
                </c:pt>
                <c:pt idx="66">
                  <c:v>23.950099999999999</c:v>
                </c:pt>
                <c:pt idx="67">
                  <c:v>23.797599999999999</c:v>
                </c:pt>
                <c:pt idx="68">
                  <c:v>23.684100000000001</c:v>
                </c:pt>
                <c:pt idx="69">
                  <c:v>23.1145</c:v>
                </c:pt>
                <c:pt idx="70">
                  <c:v>22.990100000000002</c:v>
                </c:pt>
                <c:pt idx="71">
                  <c:v>22.752300000000002</c:v>
                </c:pt>
                <c:pt idx="72">
                  <c:v>22.457100000000001</c:v>
                </c:pt>
                <c:pt idx="73">
                  <c:v>22.1494</c:v>
                </c:pt>
                <c:pt idx="74">
                  <c:v>21.750599999999999</c:v>
                </c:pt>
                <c:pt idx="75">
                  <c:v>21.770800000000001</c:v>
                </c:pt>
                <c:pt idx="76">
                  <c:v>22.6799</c:v>
                </c:pt>
                <c:pt idx="77">
                  <c:v>22.600899999999999</c:v>
                </c:pt>
                <c:pt idx="78">
                  <c:v>22.88</c:v>
                </c:pt>
                <c:pt idx="79">
                  <c:v>24.0473</c:v>
                </c:pt>
                <c:pt idx="80">
                  <c:v>25.322299999999998</c:v>
                </c:pt>
                <c:pt idx="81">
                  <c:v>26.978000000000002</c:v>
                </c:pt>
                <c:pt idx="82">
                  <c:v>30.7302</c:v>
                </c:pt>
                <c:pt idx="83">
                  <c:v>34.575400000000002</c:v>
                </c:pt>
                <c:pt idx="84">
                  <c:v>34.532299999999999</c:v>
                </c:pt>
                <c:pt idx="85">
                  <c:v>32.0426</c:v>
                </c:pt>
                <c:pt idx="86">
                  <c:v>31.657499999999999</c:v>
                </c:pt>
                <c:pt idx="87">
                  <c:v>29.882999999999999</c:v>
                </c:pt>
                <c:pt idx="88">
                  <c:v>27.948699999999999</c:v>
                </c:pt>
                <c:pt idx="89">
                  <c:v>27.111899999999999</c:v>
                </c:pt>
                <c:pt idx="90">
                  <c:v>28.493600000000001</c:v>
                </c:pt>
                <c:pt idx="91">
                  <c:v>27.823699999999999</c:v>
                </c:pt>
                <c:pt idx="92">
                  <c:v>27.833400000000001</c:v>
                </c:pt>
                <c:pt idx="93">
                  <c:v>27.7791</c:v>
                </c:pt>
                <c:pt idx="94">
                  <c:v>27.715399999999999</c:v>
                </c:pt>
                <c:pt idx="95">
                  <c:v>27.626899999999999</c:v>
                </c:pt>
                <c:pt idx="96">
                  <c:v>26.986899999999999</c:v>
                </c:pt>
                <c:pt idx="97">
                  <c:v>26.7956</c:v>
                </c:pt>
                <c:pt idx="98">
                  <c:v>26.231000000000002</c:v>
                </c:pt>
                <c:pt idx="99">
                  <c:v>26.3401</c:v>
                </c:pt>
                <c:pt idx="100">
                  <c:v>26.783100000000001</c:v>
                </c:pt>
                <c:pt idx="101">
                  <c:v>26.8002</c:v>
                </c:pt>
                <c:pt idx="102">
                  <c:v>26.8535</c:v>
                </c:pt>
                <c:pt idx="103">
                  <c:v>26.8309</c:v>
                </c:pt>
                <c:pt idx="104">
                  <c:v>26.404299999999999</c:v>
                </c:pt>
                <c:pt idx="105">
                  <c:v>25.776900000000001</c:v>
                </c:pt>
                <c:pt idx="106">
                  <c:v>25.988099999999999</c:v>
                </c:pt>
                <c:pt idx="107">
                  <c:v>25.448499999999999</c:v>
                </c:pt>
                <c:pt idx="108">
                  <c:v>26.058299999999999</c:v>
                </c:pt>
                <c:pt idx="109">
                  <c:v>26.430700000000002</c:v>
                </c:pt>
                <c:pt idx="110">
                  <c:v>26.505099999999999</c:v>
                </c:pt>
                <c:pt idx="111">
                  <c:v>26.422899999999998</c:v>
                </c:pt>
                <c:pt idx="112">
                  <c:v>26.409099999999999</c:v>
                </c:pt>
                <c:pt idx="113">
                  <c:v>26.590199999999999</c:v>
                </c:pt>
                <c:pt idx="114">
                  <c:v>26.618600000000001</c:v>
                </c:pt>
                <c:pt idx="115">
                  <c:v>25.910499999999999</c:v>
                </c:pt>
                <c:pt idx="116">
                  <c:v>26.3657</c:v>
                </c:pt>
                <c:pt idx="117">
                  <c:v>25.898499999999999</c:v>
                </c:pt>
                <c:pt idx="118">
                  <c:v>26.407599999999999</c:v>
                </c:pt>
                <c:pt idx="119">
                  <c:v>26.8706</c:v>
                </c:pt>
                <c:pt idx="120">
                  <c:v>26.581700000000001</c:v>
                </c:pt>
                <c:pt idx="121">
                  <c:v>27.9742</c:v>
                </c:pt>
                <c:pt idx="122">
                  <c:v>27.4376</c:v>
                </c:pt>
                <c:pt idx="123">
                  <c:v>27.839300000000001</c:v>
                </c:pt>
                <c:pt idx="124">
                  <c:v>27.781400000000001</c:v>
                </c:pt>
                <c:pt idx="125">
                  <c:v>26.597899999999999</c:v>
                </c:pt>
                <c:pt idx="126">
                  <c:v>26.839200000000002</c:v>
                </c:pt>
                <c:pt idx="127">
                  <c:v>25.7394</c:v>
                </c:pt>
                <c:pt idx="128">
                  <c:v>25.098099999999999</c:v>
                </c:pt>
                <c:pt idx="129">
                  <c:v>25.066800000000001</c:v>
                </c:pt>
                <c:pt idx="130">
                  <c:v>25.246200000000002</c:v>
                </c:pt>
                <c:pt idx="131">
                  <c:v>25.394200000000001</c:v>
                </c:pt>
                <c:pt idx="132">
                  <c:v>25.183900000000001</c:v>
                </c:pt>
                <c:pt idx="133">
                  <c:v>25.586400000000001</c:v>
                </c:pt>
                <c:pt idx="134">
                  <c:v>26.141500000000001</c:v>
                </c:pt>
                <c:pt idx="135">
                  <c:v>25.772600000000001</c:v>
                </c:pt>
                <c:pt idx="136">
                  <c:v>25.625900000000001</c:v>
                </c:pt>
                <c:pt idx="137">
                  <c:v>25.583200000000001</c:v>
                </c:pt>
                <c:pt idx="138">
                  <c:v>24.893599999999999</c:v>
                </c:pt>
                <c:pt idx="139">
                  <c:v>24.8032</c:v>
                </c:pt>
                <c:pt idx="140">
                  <c:v>25.376100000000001</c:v>
                </c:pt>
                <c:pt idx="141">
                  <c:v>25.762</c:v>
                </c:pt>
                <c:pt idx="142">
                  <c:v>25.533999999999999</c:v>
                </c:pt>
                <c:pt idx="143">
                  <c:v>25.8096</c:v>
                </c:pt>
                <c:pt idx="144">
                  <c:v>26.792200000000001</c:v>
                </c:pt>
                <c:pt idx="145">
                  <c:v>26.3916</c:v>
                </c:pt>
                <c:pt idx="146">
                  <c:v>26.381599999999999</c:v>
                </c:pt>
                <c:pt idx="147">
                  <c:v>26.194500000000001</c:v>
                </c:pt>
                <c:pt idx="148">
                  <c:v>26.393899999999999</c:v>
                </c:pt>
                <c:pt idx="149">
                  <c:v>26.146599999999999</c:v>
                </c:pt>
                <c:pt idx="150">
                  <c:v>25.731400000000001</c:v>
                </c:pt>
                <c:pt idx="151">
                  <c:v>24.338100000000001</c:v>
                </c:pt>
                <c:pt idx="152">
                  <c:v>24.138000000000002</c:v>
                </c:pt>
                <c:pt idx="153">
                  <c:v>24.053799999999999</c:v>
                </c:pt>
                <c:pt idx="154">
                  <c:v>23.571100000000001</c:v>
                </c:pt>
                <c:pt idx="155">
                  <c:v>22.815999999999999</c:v>
                </c:pt>
                <c:pt idx="156">
                  <c:v>23.152899999999999</c:v>
                </c:pt>
                <c:pt idx="157">
                  <c:v>22.234999999999999</c:v>
                </c:pt>
                <c:pt idx="158">
                  <c:v>22.622199999999999</c:v>
                </c:pt>
                <c:pt idx="159">
                  <c:v>22.3629</c:v>
                </c:pt>
                <c:pt idx="160">
                  <c:v>22.604500000000002</c:v>
                </c:pt>
                <c:pt idx="161">
                  <c:v>22.317699999999999</c:v>
                </c:pt>
                <c:pt idx="162">
                  <c:v>22.9377</c:v>
                </c:pt>
                <c:pt idx="163">
                  <c:v>22.9238</c:v>
                </c:pt>
                <c:pt idx="164">
                  <c:v>22.699400000000001</c:v>
                </c:pt>
                <c:pt idx="165">
                  <c:v>23.266500000000001</c:v>
                </c:pt>
                <c:pt idx="166">
                  <c:v>23.111899999999999</c:v>
                </c:pt>
                <c:pt idx="167">
                  <c:v>22.9663</c:v>
                </c:pt>
                <c:pt idx="168">
                  <c:v>23.565999999999999</c:v>
                </c:pt>
                <c:pt idx="169">
                  <c:v>23.357800000000001</c:v>
                </c:pt>
                <c:pt idx="170">
                  <c:v>23.822800000000001</c:v>
                </c:pt>
                <c:pt idx="171">
                  <c:v>23.383199999999999</c:v>
                </c:pt>
                <c:pt idx="172">
                  <c:v>23.311499999999999</c:v>
                </c:pt>
                <c:pt idx="173">
                  <c:v>23.591000000000001</c:v>
                </c:pt>
                <c:pt idx="174">
                  <c:v>24.037099999999999</c:v>
                </c:pt>
                <c:pt idx="175">
                  <c:v>24.029499999999999</c:v>
                </c:pt>
                <c:pt idx="176">
                  <c:v>24.2499</c:v>
                </c:pt>
                <c:pt idx="177">
                  <c:v>24.3932</c:v>
                </c:pt>
                <c:pt idx="178">
                  <c:v>24.188199999999998</c:v>
                </c:pt>
                <c:pt idx="179">
                  <c:v>24.1356</c:v>
                </c:pt>
                <c:pt idx="180">
                  <c:v>24.268799999999999</c:v>
                </c:pt>
                <c:pt idx="181">
                  <c:v>24.489899999999999</c:v>
                </c:pt>
                <c:pt idx="182">
                  <c:v>24.8245</c:v>
                </c:pt>
                <c:pt idx="183">
                  <c:v>25.398</c:v>
                </c:pt>
                <c:pt idx="184">
                  <c:v>25.6096</c:v>
                </c:pt>
                <c:pt idx="185">
                  <c:v>25.530899999999999</c:v>
                </c:pt>
                <c:pt idx="186">
                  <c:v>25.4876</c:v>
                </c:pt>
                <c:pt idx="187">
                  <c:v>25.776399999999999</c:v>
                </c:pt>
                <c:pt idx="188">
                  <c:v>25.279199999999999</c:v>
                </c:pt>
                <c:pt idx="189">
                  <c:v>25.890799999999999</c:v>
                </c:pt>
                <c:pt idx="190">
                  <c:v>25.527699999999999</c:v>
                </c:pt>
                <c:pt idx="191">
                  <c:v>26.467600000000001</c:v>
                </c:pt>
                <c:pt idx="192">
                  <c:v>26.040800000000001</c:v>
                </c:pt>
                <c:pt idx="193">
                  <c:v>26.2559</c:v>
                </c:pt>
                <c:pt idx="194">
                  <c:v>25.630199999999999</c:v>
                </c:pt>
                <c:pt idx="195">
                  <c:v>25.3659</c:v>
                </c:pt>
                <c:pt idx="196">
                  <c:v>25.927900000000001</c:v>
                </c:pt>
                <c:pt idx="197">
                  <c:v>25.932400000000001</c:v>
                </c:pt>
                <c:pt idx="198">
                  <c:v>25.554400000000001</c:v>
                </c:pt>
                <c:pt idx="199">
                  <c:v>25.050899999999999</c:v>
                </c:pt>
                <c:pt idx="200">
                  <c:v>24.0214</c:v>
                </c:pt>
                <c:pt idx="201">
                  <c:v>23.657800000000002</c:v>
                </c:pt>
                <c:pt idx="202">
                  <c:v>23.076599999999999</c:v>
                </c:pt>
                <c:pt idx="203">
                  <c:v>23.197600000000001</c:v>
                </c:pt>
                <c:pt idx="204">
                  <c:v>23.153099999999998</c:v>
                </c:pt>
                <c:pt idx="205">
                  <c:v>23.188600000000001</c:v>
                </c:pt>
                <c:pt idx="206">
                  <c:v>23.191400000000002</c:v>
                </c:pt>
                <c:pt idx="207">
                  <c:v>22.949100000000001</c:v>
                </c:pt>
                <c:pt idx="208">
                  <c:v>22.205500000000001</c:v>
                </c:pt>
                <c:pt idx="209">
                  <c:v>21.884699999999999</c:v>
                </c:pt>
                <c:pt idx="210">
                  <c:v>22.085599999999999</c:v>
                </c:pt>
                <c:pt idx="211">
                  <c:v>22.505500000000001</c:v>
                </c:pt>
                <c:pt idx="212">
                  <c:v>22.042300000000001</c:v>
                </c:pt>
                <c:pt idx="213">
                  <c:v>22.0136</c:v>
                </c:pt>
                <c:pt idx="214">
                  <c:v>21.845199999999998</c:v>
                </c:pt>
                <c:pt idx="215">
                  <c:v>22.1661</c:v>
                </c:pt>
                <c:pt idx="216">
                  <c:v>22.011099999999999</c:v>
                </c:pt>
                <c:pt idx="217">
                  <c:v>22.105499999999999</c:v>
                </c:pt>
                <c:pt idx="218">
                  <c:v>22.280100000000001</c:v>
                </c:pt>
                <c:pt idx="219">
                  <c:v>22.096499999999999</c:v>
                </c:pt>
                <c:pt idx="220">
                  <c:v>22.3371</c:v>
                </c:pt>
                <c:pt idx="221">
                  <c:v>22.200099999999999</c:v>
                </c:pt>
                <c:pt idx="222">
                  <c:v>21.691500000000001</c:v>
                </c:pt>
                <c:pt idx="223">
                  <c:v>21.607600000000001</c:v>
                </c:pt>
                <c:pt idx="224">
                  <c:v>21.432700000000001</c:v>
                </c:pt>
                <c:pt idx="225">
                  <c:v>21.6967</c:v>
                </c:pt>
                <c:pt idx="226">
                  <c:v>22.0215</c:v>
                </c:pt>
                <c:pt idx="227">
                  <c:v>22.072299999999998</c:v>
                </c:pt>
                <c:pt idx="228">
                  <c:v>22.220800000000001</c:v>
                </c:pt>
                <c:pt idx="229">
                  <c:v>22.4679</c:v>
                </c:pt>
                <c:pt idx="230">
                  <c:v>22.712399999999999</c:v>
                </c:pt>
                <c:pt idx="231">
                  <c:v>22.602599999999999</c:v>
                </c:pt>
                <c:pt idx="232">
                  <c:v>22.493200000000002</c:v>
                </c:pt>
                <c:pt idx="233">
                  <c:v>22.623699999999999</c:v>
                </c:pt>
                <c:pt idx="234">
                  <c:v>22.458600000000001</c:v>
                </c:pt>
                <c:pt idx="235">
                  <c:v>22.576899999999998</c:v>
                </c:pt>
                <c:pt idx="236">
                  <c:v>22.732099999999999</c:v>
                </c:pt>
                <c:pt idx="237">
                  <c:v>22.888100000000001</c:v>
                </c:pt>
                <c:pt idx="238">
                  <c:v>23.8612</c:v>
                </c:pt>
                <c:pt idx="239">
                  <c:v>22.915400000000002</c:v>
                </c:pt>
                <c:pt idx="240">
                  <c:v>23.244</c:v>
                </c:pt>
                <c:pt idx="241">
                  <c:v>22.8445</c:v>
                </c:pt>
                <c:pt idx="242">
                  <c:v>22.986699999999999</c:v>
                </c:pt>
                <c:pt idx="243">
                  <c:v>23.2318</c:v>
                </c:pt>
                <c:pt idx="244">
                  <c:v>23.1509</c:v>
                </c:pt>
                <c:pt idx="245">
                  <c:v>23.259399999999999</c:v>
                </c:pt>
                <c:pt idx="246">
                  <c:v>23.146899999999999</c:v>
                </c:pt>
                <c:pt idx="247">
                  <c:v>22.278700000000001</c:v>
                </c:pt>
                <c:pt idx="248">
                  <c:v>22.508400000000002</c:v>
                </c:pt>
                <c:pt idx="249">
                  <c:v>22.512499999999999</c:v>
                </c:pt>
                <c:pt idx="250">
                  <c:v>22.1874</c:v>
                </c:pt>
                <c:pt idx="251">
                  <c:v>22.302399999999999</c:v>
                </c:pt>
                <c:pt idx="252">
                  <c:v>22.478000000000002</c:v>
                </c:pt>
                <c:pt idx="253">
                  <c:v>23.136900000000001</c:v>
                </c:pt>
                <c:pt idx="254">
                  <c:v>23.191299999999998</c:v>
                </c:pt>
                <c:pt idx="255">
                  <c:v>22.774899999999999</c:v>
                </c:pt>
                <c:pt idx="256">
                  <c:v>22.546600000000002</c:v>
                </c:pt>
                <c:pt idx="257">
                  <c:v>22.597200000000001</c:v>
                </c:pt>
                <c:pt idx="258">
                  <c:v>22.865500000000001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B43-4816-8579-1828BCA0524C}"/>
            </c:ext>
          </c:extLst>
        </c:ser>
        <c:ser>
          <c:idx val="2"/>
          <c:order val="2"/>
          <c:tx>
            <c:strRef>
              <c:f>Football_Details!$H$1</c:f>
              <c:strCache>
                <c:ptCount val="1"/>
                <c:pt idx="0">
                  <c:v>HEXDS_PSNR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Football_Details!$H$2:$H$260</c:f>
              <c:numCache>
                <c:formatCode>General</c:formatCode>
                <c:ptCount val="259"/>
                <c:pt idx="0">
                  <c:v>25.752800000000001</c:v>
                </c:pt>
                <c:pt idx="1">
                  <c:v>24.980799999999999</c:v>
                </c:pt>
                <c:pt idx="2">
                  <c:v>24.479600000000001</c:v>
                </c:pt>
                <c:pt idx="3">
                  <c:v>24.1372</c:v>
                </c:pt>
                <c:pt idx="4">
                  <c:v>23.820900000000002</c:v>
                </c:pt>
                <c:pt idx="5">
                  <c:v>23.436</c:v>
                </c:pt>
                <c:pt idx="6">
                  <c:v>23.068200000000001</c:v>
                </c:pt>
                <c:pt idx="7">
                  <c:v>22.7852</c:v>
                </c:pt>
                <c:pt idx="8">
                  <c:v>22.967199999999998</c:v>
                </c:pt>
                <c:pt idx="9">
                  <c:v>22.367699999999999</c:v>
                </c:pt>
                <c:pt idx="10">
                  <c:v>22.525200000000002</c:v>
                </c:pt>
                <c:pt idx="11">
                  <c:v>22.585599999999999</c:v>
                </c:pt>
                <c:pt idx="12">
                  <c:v>22.915299999999998</c:v>
                </c:pt>
                <c:pt idx="13">
                  <c:v>23.013400000000001</c:v>
                </c:pt>
                <c:pt idx="14">
                  <c:v>22.585999999999999</c:v>
                </c:pt>
                <c:pt idx="15">
                  <c:v>22.384</c:v>
                </c:pt>
                <c:pt idx="16">
                  <c:v>22.409400000000002</c:v>
                </c:pt>
                <c:pt idx="17">
                  <c:v>22.448</c:v>
                </c:pt>
                <c:pt idx="18">
                  <c:v>22.59</c:v>
                </c:pt>
                <c:pt idx="19">
                  <c:v>22.7117</c:v>
                </c:pt>
                <c:pt idx="20">
                  <c:v>22.615200000000002</c:v>
                </c:pt>
                <c:pt idx="21">
                  <c:v>22.997299999999999</c:v>
                </c:pt>
                <c:pt idx="22">
                  <c:v>22.517700000000001</c:v>
                </c:pt>
                <c:pt idx="23">
                  <c:v>22.259399999999999</c:v>
                </c:pt>
                <c:pt idx="24">
                  <c:v>22.366700000000002</c:v>
                </c:pt>
                <c:pt idx="25">
                  <c:v>21.91</c:v>
                </c:pt>
                <c:pt idx="26">
                  <c:v>22.007300000000001</c:v>
                </c:pt>
                <c:pt idx="27">
                  <c:v>22.562200000000001</c:v>
                </c:pt>
                <c:pt idx="28">
                  <c:v>22.733799999999999</c:v>
                </c:pt>
                <c:pt idx="29">
                  <c:v>22.869599999999998</c:v>
                </c:pt>
                <c:pt idx="30">
                  <c:v>22.264299999999999</c:v>
                </c:pt>
                <c:pt idx="31">
                  <c:v>22.1614</c:v>
                </c:pt>
                <c:pt idx="32">
                  <c:v>21.8569</c:v>
                </c:pt>
                <c:pt idx="33">
                  <c:v>21.603999999999999</c:v>
                </c:pt>
                <c:pt idx="34">
                  <c:v>21.331700000000001</c:v>
                </c:pt>
                <c:pt idx="35">
                  <c:v>21.244199999999999</c:v>
                </c:pt>
                <c:pt idx="36">
                  <c:v>21.5762</c:v>
                </c:pt>
                <c:pt idx="37">
                  <c:v>21.389199999999999</c:v>
                </c:pt>
                <c:pt idx="38">
                  <c:v>21.033300000000001</c:v>
                </c:pt>
                <c:pt idx="39">
                  <c:v>21.653400000000001</c:v>
                </c:pt>
                <c:pt idx="40">
                  <c:v>21.711099999999998</c:v>
                </c:pt>
                <c:pt idx="41">
                  <c:v>21.435099999999998</c:v>
                </c:pt>
                <c:pt idx="42">
                  <c:v>21.568000000000001</c:v>
                </c:pt>
                <c:pt idx="43">
                  <c:v>21.786999999999999</c:v>
                </c:pt>
                <c:pt idx="44">
                  <c:v>21.266999999999999</c:v>
                </c:pt>
                <c:pt idx="45">
                  <c:v>21.3186</c:v>
                </c:pt>
                <c:pt idx="46">
                  <c:v>21.520600000000002</c:v>
                </c:pt>
                <c:pt idx="47">
                  <c:v>22.646899999999999</c:v>
                </c:pt>
                <c:pt idx="48">
                  <c:v>23.115300000000001</c:v>
                </c:pt>
                <c:pt idx="49">
                  <c:v>23.540900000000001</c:v>
                </c:pt>
                <c:pt idx="50">
                  <c:v>23.8354</c:v>
                </c:pt>
                <c:pt idx="51">
                  <c:v>23.803100000000001</c:v>
                </c:pt>
                <c:pt idx="52">
                  <c:v>24.394200000000001</c:v>
                </c:pt>
                <c:pt idx="53">
                  <c:v>23.828199999999999</c:v>
                </c:pt>
                <c:pt idx="54">
                  <c:v>24.1313</c:v>
                </c:pt>
                <c:pt idx="55">
                  <c:v>23.442399999999999</c:v>
                </c:pt>
                <c:pt idx="56">
                  <c:v>23.110600000000002</c:v>
                </c:pt>
                <c:pt idx="57">
                  <c:v>22.6571</c:v>
                </c:pt>
                <c:pt idx="58">
                  <c:v>23.2715</c:v>
                </c:pt>
                <c:pt idx="59">
                  <c:v>22.8611</c:v>
                </c:pt>
                <c:pt idx="60">
                  <c:v>22.662299999999998</c:v>
                </c:pt>
                <c:pt idx="61">
                  <c:v>23.267700000000001</c:v>
                </c:pt>
                <c:pt idx="62">
                  <c:v>22.481200000000001</c:v>
                </c:pt>
                <c:pt idx="63">
                  <c:v>22.3931</c:v>
                </c:pt>
                <c:pt idx="64">
                  <c:v>23.1629</c:v>
                </c:pt>
                <c:pt idx="65">
                  <c:v>23.452500000000001</c:v>
                </c:pt>
                <c:pt idx="66">
                  <c:v>23.798100000000002</c:v>
                </c:pt>
                <c:pt idx="67">
                  <c:v>23.417999999999999</c:v>
                </c:pt>
                <c:pt idx="68">
                  <c:v>23.634</c:v>
                </c:pt>
                <c:pt idx="69">
                  <c:v>23.014399999999998</c:v>
                </c:pt>
                <c:pt idx="70">
                  <c:v>23.011099999999999</c:v>
                </c:pt>
                <c:pt idx="71">
                  <c:v>23.012899999999998</c:v>
                </c:pt>
                <c:pt idx="72">
                  <c:v>22.360299999999999</c:v>
                </c:pt>
                <c:pt idx="73">
                  <c:v>22.448499999999999</c:v>
                </c:pt>
                <c:pt idx="74">
                  <c:v>21.787600000000001</c:v>
                </c:pt>
                <c:pt idx="75">
                  <c:v>21.622399999999999</c:v>
                </c:pt>
                <c:pt idx="76">
                  <c:v>22.810199999999998</c:v>
                </c:pt>
                <c:pt idx="77">
                  <c:v>22.418900000000001</c:v>
                </c:pt>
                <c:pt idx="78">
                  <c:v>22.7255</c:v>
                </c:pt>
                <c:pt idx="79">
                  <c:v>23.896799999999999</c:v>
                </c:pt>
                <c:pt idx="80">
                  <c:v>25.2469</c:v>
                </c:pt>
                <c:pt idx="81">
                  <c:v>26.276599999999998</c:v>
                </c:pt>
                <c:pt idx="82">
                  <c:v>30.2896</c:v>
                </c:pt>
                <c:pt idx="83">
                  <c:v>33.967399999999998</c:v>
                </c:pt>
                <c:pt idx="84">
                  <c:v>34.216700000000003</c:v>
                </c:pt>
                <c:pt idx="85">
                  <c:v>31.821200000000001</c:v>
                </c:pt>
                <c:pt idx="86">
                  <c:v>31.4986</c:v>
                </c:pt>
                <c:pt idx="87">
                  <c:v>29.725300000000001</c:v>
                </c:pt>
                <c:pt idx="88">
                  <c:v>27.8779</c:v>
                </c:pt>
                <c:pt idx="89">
                  <c:v>26.869499999999999</c:v>
                </c:pt>
                <c:pt idx="90">
                  <c:v>28.1525</c:v>
                </c:pt>
                <c:pt idx="91">
                  <c:v>27.389399999999998</c:v>
                </c:pt>
                <c:pt idx="92">
                  <c:v>27.935400000000001</c:v>
                </c:pt>
                <c:pt idx="93">
                  <c:v>28.112100000000002</c:v>
                </c:pt>
                <c:pt idx="94">
                  <c:v>27.5547</c:v>
                </c:pt>
                <c:pt idx="95">
                  <c:v>27.6646</c:v>
                </c:pt>
                <c:pt idx="96">
                  <c:v>27.1663</c:v>
                </c:pt>
                <c:pt idx="97">
                  <c:v>26.827400000000001</c:v>
                </c:pt>
                <c:pt idx="98">
                  <c:v>26.1464</c:v>
                </c:pt>
                <c:pt idx="99">
                  <c:v>26.328600000000002</c:v>
                </c:pt>
                <c:pt idx="100">
                  <c:v>26.581700000000001</c:v>
                </c:pt>
                <c:pt idx="101">
                  <c:v>26.7822</c:v>
                </c:pt>
                <c:pt idx="102">
                  <c:v>26.708600000000001</c:v>
                </c:pt>
                <c:pt idx="103">
                  <c:v>26.4299</c:v>
                </c:pt>
                <c:pt idx="104">
                  <c:v>26.1951</c:v>
                </c:pt>
                <c:pt idx="105">
                  <c:v>25.584299999999999</c:v>
                </c:pt>
                <c:pt idx="106">
                  <c:v>25.770900000000001</c:v>
                </c:pt>
                <c:pt idx="107">
                  <c:v>25.315300000000001</c:v>
                </c:pt>
                <c:pt idx="108">
                  <c:v>26.016400000000001</c:v>
                </c:pt>
                <c:pt idx="109">
                  <c:v>26.1509</c:v>
                </c:pt>
                <c:pt idx="110">
                  <c:v>26.2684</c:v>
                </c:pt>
                <c:pt idx="111">
                  <c:v>26.208200000000001</c:v>
                </c:pt>
                <c:pt idx="112">
                  <c:v>26.0379</c:v>
                </c:pt>
                <c:pt idx="113">
                  <c:v>26.244700000000002</c:v>
                </c:pt>
                <c:pt idx="114">
                  <c:v>26.058900000000001</c:v>
                </c:pt>
                <c:pt idx="115">
                  <c:v>25.847999999999999</c:v>
                </c:pt>
                <c:pt idx="116">
                  <c:v>26.137699999999999</c:v>
                </c:pt>
                <c:pt idx="117">
                  <c:v>25.7989</c:v>
                </c:pt>
                <c:pt idx="118">
                  <c:v>26.2257</c:v>
                </c:pt>
                <c:pt idx="119">
                  <c:v>26.4466</c:v>
                </c:pt>
                <c:pt idx="120">
                  <c:v>26.3827</c:v>
                </c:pt>
                <c:pt idx="121">
                  <c:v>27.833200000000001</c:v>
                </c:pt>
                <c:pt idx="122">
                  <c:v>27.168800000000001</c:v>
                </c:pt>
                <c:pt idx="123">
                  <c:v>27.6038</c:v>
                </c:pt>
                <c:pt idx="124">
                  <c:v>27.6374</c:v>
                </c:pt>
                <c:pt idx="125">
                  <c:v>26.496500000000001</c:v>
                </c:pt>
                <c:pt idx="126">
                  <c:v>26.179300000000001</c:v>
                </c:pt>
                <c:pt idx="127">
                  <c:v>25.4178</c:v>
                </c:pt>
                <c:pt idx="128">
                  <c:v>25.384599999999999</c:v>
                </c:pt>
                <c:pt idx="129">
                  <c:v>24.898</c:v>
                </c:pt>
                <c:pt idx="130">
                  <c:v>24.9941</c:v>
                </c:pt>
                <c:pt idx="131">
                  <c:v>25.355799999999999</c:v>
                </c:pt>
                <c:pt idx="132">
                  <c:v>24.718499999999999</c:v>
                </c:pt>
                <c:pt idx="133">
                  <c:v>25.41</c:v>
                </c:pt>
                <c:pt idx="134">
                  <c:v>25.6326</c:v>
                </c:pt>
                <c:pt idx="135">
                  <c:v>25.336099999999998</c:v>
                </c:pt>
                <c:pt idx="136">
                  <c:v>25.959099999999999</c:v>
                </c:pt>
                <c:pt idx="137">
                  <c:v>25.400600000000001</c:v>
                </c:pt>
                <c:pt idx="138">
                  <c:v>24.995999999999999</c:v>
                </c:pt>
                <c:pt idx="139">
                  <c:v>24.837199999999999</c:v>
                </c:pt>
                <c:pt idx="140">
                  <c:v>25.2698</c:v>
                </c:pt>
                <c:pt idx="141">
                  <c:v>25.9254</c:v>
                </c:pt>
                <c:pt idx="142">
                  <c:v>25.5761</c:v>
                </c:pt>
                <c:pt idx="143">
                  <c:v>25.783100000000001</c:v>
                </c:pt>
                <c:pt idx="144">
                  <c:v>26.981000000000002</c:v>
                </c:pt>
                <c:pt idx="145">
                  <c:v>26.3369</c:v>
                </c:pt>
                <c:pt idx="146">
                  <c:v>26.377600000000001</c:v>
                </c:pt>
                <c:pt idx="147">
                  <c:v>26.1294</c:v>
                </c:pt>
                <c:pt idx="148">
                  <c:v>26.2774</c:v>
                </c:pt>
                <c:pt idx="149">
                  <c:v>25.9009</c:v>
                </c:pt>
                <c:pt idx="150">
                  <c:v>25.603999999999999</c:v>
                </c:pt>
                <c:pt idx="151">
                  <c:v>24.2666</c:v>
                </c:pt>
                <c:pt idx="152">
                  <c:v>24.128900000000002</c:v>
                </c:pt>
                <c:pt idx="153">
                  <c:v>23.851400000000002</c:v>
                </c:pt>
                <c:pt idx="154">
                  <c:v>23.799099999999999</c:v>
                </c:pt>
                <c:pt idx="155">
                  <c:v>22.498000000000001</c:v>
                </c:pt>
                <c:pt idx="156">
                  <c:v>22.849900000000002</c:v>
                </c:pt>
                <c:pt idx="157">
                  <c:v>22.342199999999998</c:v>
                </c:pt>
                <c:pt idx="158">
                  <c:v>22.396799999999999</c:v>
                </c:pt>
                <c:pt idx="159">
                  <c:v>22.372599999999998</c:v>
                </c:pt>
                <c:pt idx="160">
                  <c:v>22.629000000000001</c:v>
                </c:pt>
                <c:pt idx="161">
                  <c:v>22.283100000000001</c:v>
                </c:pt>
                <c:pt idx="162">
                  <c:v>22.936</c:v>
                </c:pt>
                <c:pt idx="163">
                  <c:v>22.622</c:v>
                </c:pt>
                <c:pt idx="164">
                  <c:v>22.709299999999999</c:v>
                </c:pt>
                <c:pt idx="165">
                  <c:v>23.082599999999999</c:v>
                </c:pt>
                <c:pt idx="166">
                  <c:v>22.678799999999999</c:v>
                </c:pt>
                <c:pt idx="167">
                  <c:v>22.773800000000001</c:v>
                </c:pt>
                <c:pt idx="168">
                  <c:v>23.322399999999998</c:v>
                </c:pt>
                <c:pt idx="169">
                  <c:v>23.1447</c:v>
                </c:pt>
                <c:pt idx="170">
                  <c:v>23.5062</c:v>
                </c:pt>
                <c:pt idx="171">
                  <c:v>23.321999999999999</c:v>
                </c:pt>
                <c:pt idx="172">
                  <c:v>23.5396</c:v>
                </c:pt>
                <c:pt idx="173">
                  <c:v>23.5306</c:v>
                </c:pt>
                <c:pt idx="174">
                  <c:v>24.117799999999999</c:v>
                </c:pt>
                <c:pt idx="175">
                  <c:v>24.0502</c:v>
                </c:pt>
                <c:pt idx="176">
                  <c:v>24.206</c:v>
                </c:pt>
                <c:pt idx="177">
                  <c:v>24.209099999999999</c:v>
                </c:pt>
                <c:pt idx="178">
                  <c:v>24.2407</c:v>
                </c:pt>
                <c:pt idx="179">
                  <c:v>24.040800000000001</c:v>
                </c:pt>
                <c:pt idx="180">
                  <c:v>24.031300000000002</c:v>
                </c:pt>
                <c:pt idx="181">
                  <c:v>24.526700000000002</c:v>
                </c:pt>
                <c:pt idx="182">
                  <c:v>24.323699999999999</c:v>
                </c:pt>
                <c:pt idx="183">
                  <c:v>25.2485</c:v>
                </c:pt>
                <c:pt idx="184">
                  <c:v>25.3522</c:v>
                </c:pt>
                <c:pt idx="185">
                  <c:v>25.315000000000001</c:v>
                </c:pt>
                <c:pt idx="186">
                  <c:v>25.243200000000002</c:v>
                </c:pt>
                <c:pt idx="187">
                  <c:v>25.6541</c:v>
                </c:pt>
                <c:pt idx="188">
                  <c:v>25.078600000000002</c:v>
                </c:pt>
                <c:pt idx="189">
                  <c:v>25.6099</c:v>
                </c:pt>
                <c:pt idx="190">
                  <c:v>25.3477</c:v>
                </c:pt>
                <c:pt idx="191">
                  <c:v>25.976800000000001</c:v>
                </c:pt>
                <c:pt idx="192">
                  <c:v>25.859500000000001</c:v>
                </c:pt>
                <c:pt idx="193">
                  <c:v>25.979700000000001</c:v>
                </c:pt>
                <c:pt idx="194">
                  <c:v>25.5459</c:v>
                </c:pt>
                <c:pt idx="195">
                  <c:v>25.601099999999999</c:v>
                </c:pt>
                <c:pt idx="196">
                  <c:v>26.170400000000001</c:v>
                </c:pt>
                <c:pt idx="197">
                  <c:v>25.962800000000001</c:v>
                </c:pt>
                <c:pt idx="198">
                  <c:v>25.693100000000001</c:v>
                </c:pt>
                <c:pt idx="199">
                  <c:v>24.992599999999999</c:v>
                </c:pt>
                <c:pt idx="200">
                  <c:v>24.212800000000001</c:v>
                </c:pt>
                <c:pt idx="201">
                  <c:v>23.619499999999999</c:v>
                </c:pt>
                <c:pt idx="202">
                  <c:v>23.168600000000001</c:v>
                </c:pt>
                <c:pt idx="203">
                  <c:v>23.1206</c:v>
                </c:pt>
                <c:pt idx="204">
                  <c:v>23.1599</c:v>
                </c:pt>
                <c:pt idx="205">
                  <c:v>23.021799999999999</c:v>
                </c:pt>
                <c:pt idx="206">
                  <c:v>22.7958</c:v>
                </c:pt>
                <c:pt idx="207">
                  <c:v>22.8141</c:v>
                </c:pt>
                <c:pt idx="208">
                  <c:v>22.1752</c:v>
                </c:pt>
                <c:pt idx="209">
                  <c:v>21.967600000000001</c:v>
                </c:pt>
                <c:pt idx="210">
                  <c:v>22.047499999999999</c:v>
                </c:pt>
                <c:pt idx="211">
                  <c:v>22.418099999999999</c:v>
                </c:pt>
                <c:pt idx="212">
                  <c:v>22.093</c:v>
                </c:pt>
                <c:pt idx="213">
                  <c:v>21.977</c:v>
                </c:pt>
                <c:pt idx="214">
                  <c:v>21.714300000000001</c:v>
                </c:pt>
                <c:pt idx="215">
                  <c:v>21.9998</c:v>
                </c:pt>
                <c:pt idx="216">
                  <c:v>22.078399999999998</c:v>
                </c:pt>
                <c:pt idx="217">
                  <c:v>22.0364</c:v>
                </c:pt>
                <c:pt idx="218">
                  <c:v>22.282499999999999</c:v>
                </c:pt>
                <c:pt idx="219">
                  <c:v>22.095800000000001</c:v>
                </c:pt>
                <c:pt idx="220">
                  <c:v>22.253399999999999</c:v>
                </c:pt>
                <c:pt idx="221">
                  <c:v>22.132200000000001</c:v>
                </c:pt>
                <c:pt idx="222">
                  <c:v>21.574200000000001</c:v>
                </c:pt>
                <c:pt idx="223">
                  <c:v>21.3291</c:v>
                </c:pt>
                <c:pt idx="224">
                  <c:v>21.402200000000001</c:v>
                </c:pt>
                <c:pt idx="225">
                  <c:v>21.709099999999999</c:v>
                </c:pt>
                <c:pt idx="226">
                  <c:v>22.055099999999999</c:v>
                </c:pt>
                <c:pt idx="227">
                  <c:v>22.018699999999999</c:v>
                </c:pt>
                <c:pt idx="228">
                  <c:v>22.356300000000001</c:v>
                </c:pt>
                <c:pt idx="229">
                  <c:v>22.523099999999999</c:v>
                </c:pt>
                <c:pt idx="230">
                  <c:v>22.638400000000001</c:v>
                </c:pt>
                <c:pt idx="231">
                  <c:v>22.567299999999999</c:v>
                </c:pt>
                <c:pt idx="232">
                  <c:v>22.4115</c:v>
                </c:pt>
                <c:pt idx="233">
                  <c:v>22.562899999999999</c:v>
                </c:pt>
                <c:pt idx="234">
                  <c:v>22.409099999999999</c:v>
                </c:pt>
                <c:pt idx="235">
                  <c:v>22.369900000000001</c:v>
                </c:pt>
                <c:pt idx="236">
                  <c:v>22.425999999999998</c:v>
                </c:pt>
                <c:pt idx="237">
                  <c:v>22.601900000000001</c:v>
                </c:pt>
                <c:pt idx="238">
                  <c:v>23.591100000000001</c:v>
                </c:pt>
                <c:pt idx="239">
                  <c:v>22.755299999999998</c:v>
                </c:pt>
                <c:pt idx="240">
                  <c:v>23.099699999999999</c:v>
                </c:pt>
                <c:pt idx="241">
                  <c:v>22.683399999999999</c:v>
                </c:pt>
                <c:pt idx="242">
                  <c:v>22.8415</c:v>
                </c:pt>
                <c:pt idx="243">
                  <c:v>23.370799999999999</c:v>
                </c:pt>
                <c:pt idx="244">
                  <c:v>23.133199999999999</c:v>
                </c:pt>
                <c:pt idx="245">
                  <c:v>23.072800000000001</c:v>
                </c:pt>
                <c:pt idx="246">
                  <c:v>22.927900000000001</c:v>
                </c:pt>
                <c:pt idx="247">
                  <c:v>22.154699999999998</c:v>
                </c:pt>
                <c:pt idx="248">
                  <c:v>22.437999999999999</c:v>
                </c:pt>
                <c:pt idx="249">
                  <c:v>22.417000000000002</c:v>
                </c:pt>
                <c:pt idx="250">
                  <c:v>22.183299999999999</c:v>
                </c:pt>
                <c:pt idx="251">
                  <c:v>22.136600000000001</c:v>
                </c:pt>
                <c:pt idx="252">
                  <c:v>22.423300000000001</c:v>
                </c:pt>
                <c:pt idx="253">
                  <c:v>22.958500000000001</c:v>
                </c:pt>
                <c:pt idx="254">
                  <c:v>22.877500000000001</c:v>
                </c:pt>
                <c:pt idx="255">
                  <c:v>22.714099999999998</c:v>
                </c:pt>
                <c:pt idx="256">
                  <c:v>22.469200000000001</c:v>
                </c:pt>
                <c:pt idx="257">
                  <c:v>22.470600000000001</c:v>
                </c:pt>
                <c:pt idx="258">
                  <c:v>22.8216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B43-4816-8579-1828BCA0524C}"/>
            </c:ext>
          </c:extLst>
        </c:ser>
        <c:ser>
          <c:idx val="3"/>
          <c:order val="3"/>
          <c:tx>
            <c:strRef>
              <c:f>Football_Details!$K$1</c:f>
              <c:strCache>
                <c:ptCount val="1"/>
                <c:pt idx="0">
                  <c:v>TSS_PSNR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Football_Details!$K$2:$K$260</c:f>
              <c:numCache>
                <c:formatCode>General</c:formatCode>
                <c:ptCount val="259"/>
                <c:pt idx="0">
                  <c:v>25.7121</c:v>
                </c:pt>
                <c:pt idx="1">
                  <c:v>25.760300000000001</c:v>
                </c:pt>
                <c:pt idx="2">
                  <c:v>24.994199999999999</c:v>
                </c:pt>
                <c:pt idx="3">
                  <c:v>24.933900000000001</c:v>
                </c:pt>
                <c:pt idx="4">
                  <c:v>24.215499999999999</c:v>
                </c:pt>
                <c:pt idx="5">
                  <c:v>23.685700000000001</c:v>
                </c:pt>
                <c:pt idx="6">
                  <c:v>23.202500000000001</c:v>
                </c:pt>
                <c:pt idx="7">
                  <c:v>22.813600000000001</c:v>
                </c:pt>
                <c:pt idx="8">
                  <c:v>22.895199999999999</c:v>
                </c:pt>
                <c:pt idx="9">
                  <c:v>22.390699999999999</c:v>
                </c:pt>
                <c:pt idx="10">
                  <c:v>22.209099999999999</c:v>
                </c:pt>
                <c:pt idx="11">
                  <c:v>22.178999999999998</c:v>
                </c:pt>
                <c:pt idx="12">
                  <c:v>22.678899999999999</c:v>
                </c:pt>
                <c:pt idx="13">
                  <c:v>22.689699999999998</c:v>
                </c:pt>
                <c:pt idx="14">
                  <c:v>22.9008</c:v>
                </c:pt>
                <c:pt idx="15">
                  <c:v>22.404599999999999</c:v>
                </c:pt>
                <c:pt idx="16">
                  <c:v>22.290400000000002</c:v>
                </c:pt>
                <c:pt idx="17">
                  <c:v>22.229800000000001</c:v>
                </c:pt>
                <c:pt idx="18">
                  <c:v>22.780100000000001</c:v>
                </c:pt>
                <c:pt idx="19">
                  <c:v>22.8414</c:v>
                </c:pt>
                <c:pt idx="20">
                  <c:v>23.025400000000001</c:v>
                </c:pt>
                <c:pt idx="21">
                  <c:v>23.178999999999998</c:v>
                </c:pt>
                <c:pt idx="22">
                  <c:v>22.5337</c:v>
                </c:pt>
                <c:pt idx="23">
                  <c:v>22.181000000000001</c:v>
                </c:pt>
                <c:pt idx="24">
                  <c:v>22.217099999999999</c:v>
                </c:pt>
                <c:pt idx="25">
                  <c:v>21.3889</c:v>
                </c:pt>
                <c:pt idx="26">
                  <c:v>21.1251</c:v>
                </c:pt>
                <c:pt idx="27">
                  <c:v>21.500499999999999</c:v>
                </c:pt>
                <c:pt idx="28">
                  <c:v>21.383700000000001</c:v>
                </c:pt>
                <c:pt idx="29">
                  <c:v>21.3779</c:v>
                </c:pt>
                <c:pt idx="30">
                  <c:v>21.130400000000002</c:v>
                </c:pt>
                <c:pt idx="31">
                  <c:v>21.5594</c:v>
                </c:pt>
                <c:pt idx="32">
                  <c:v>20.698399999999999</c:v>
                </c:pt>
                <c:pt idx="33">
                  <c:v>20.577999999999999</c:v>
                </c:pt>
                <c:pt idx="34">
                  <c:v>20.2361</c:v>
                </c:pt>
                <c:pt idx="35">
                  <c:v>20.593</c:v>
                </c:pt>
                <c:pt idx="36">
                  <c:v>20.555199999999999</c:v>
                </c:pt>
                <c:pt idx="37">
                  <c:v>20.403300000000002</c:v>
                </c:pt>
                <c:pt idx="38">
                  <c:v>20.004899999999999</c:v>
                </c:pt>
                <c:pt idx="39">
                  <c:v>21.005299999999998</c:v>
                </c:pt>
                <c:pt idx="40">
                  <c:v>20.8185</c:v>
                </c:pt>
                <c:pt idx="41">
                  <c:v>20.538599999999999</c:v>
                </c:pt>
                <c:pt idx="42">
                  <c:v>20.639900000000001</c:v>
                </c:pt>
                <c:pt idx="43">
                  <c:v>20.879300000000001</c:v>
                </c:pt>
                <c:pt idx="44">
                  <c:v>20.1922</c:v>
                </c:pt>
                <c:pt idx="45">
                  <c:v>20.415400000000002</c:v>
                </c:pt>
                <c:pt idx="46">
                  <c:v>20.883400000000002</c:v>
                </c:pt>
                <c:pt idx="47">
                  <c:v>22.146999999999998</c:v>
                </c:pt>
                <c:pt idx="48">
                  <c:v>22.7074</c:v>
                </c:pt>
                <c:pt idx="49">
                  <c:v>23.271100000000001</c:v>
                </c:pt>
                <c:pt idx="50">
                  <c:v>23.213100000000001</c:v>
                </c:pt>
                <c:pt idx="51">
                  <c:v>23.052600000000002</c:v>
                </c:pt>
                <c:pt idx="52">
                  <c:v>24.407800000000002</c:v>
                </c:pt>
                <c:pt idx="53">
                  <c:v>24.0581</c:v>
                </c:pt>
                <c:pt idx="54">
                  <c:v>24.405200000000001</c:v>
                </c:pt>
                <c:pt idx="55">
                  <c:v>23.854900000000001</c:v>
                </c:pt>
                <c:pt idx="56">
                  <c:v>22.995999999999999</c:v>
                </c:pt>
                <c:pt idx="57">
                  <c:v>22.6084</c:v>
                </c:pt>
                <c:pt idx="58">
                  <c:v>22.750699999999998</c:v>
                </c:pt>
                <c:pt idx="59">
                  <c:v>22.320900000000002</c:v>
                </c:pt>
                <c:pt idx="60">
                  <c:v>22.145</c:v>
                </c:pt>
                <c:pt idx="61">
                  <c:v>22.340499999999999</c:v>
                </c:pt>
                <c:pt idx="62">
                  <c:v>21.646899999999999</c:v>
                </c:pt>
                <c:pt idx="63">
                  <c:v>21.8186</c:v>
                </c:pt>
                <c:pt idx="64">
                  <c:v>22.1372</c:v>
                </c:pt>
                <c:pt idx="65">
                  <c:v>22.516500000000001</c:v>
                </c:pt>
                <c:pt idx="66">
                  <c:v>22.666699999999999</c:v>
                </c:pt>
                <c:pt idx="67">
                  <c:v>22.702000000000002</c:v>
                </c:pt>
                <c:pt idx="68">
                  <c:v>22.697199999999999</c:v>
                </c:pt>
                <c:pt idx="69">
                  <c:v>22.938300000000002</c:v>
                </c:pt>
                <c:pt idx="70">
                  <c:v>21.954499999999999</c:v>
                </c:pt>
                <c:pt idx="71">
                  <c:v>20.5031</c:v>
                </c:pt>
                <c:pt idx="72">
                  <c:v>20.281099999999999</c:v>
                </c:pt>
                <c:pt idx="73">
                  <c:v>19.767700000000001</c:v>
                </c:pt>
                <c:pt idx="74">
                  <c:v>19.398199999999999</c:v>
                </c:pt>
                <c:pt idx="75">
                  <c:v>19.057099999999998</c:v>
                </c:pt>
                <c:pt idx="76">
                  <c:v>19.400300000000001</c:v>
                </c:pt>
                <c:pt idx="77">
                  <c:v>19.812999999999999</c:v>
                </c:pt>
                <c:pt idx="78">
                  <c:v>20.049299999999999</c:v>
                </c:pt>
                <c:pt idx="79">
                  <c:v>21.4086</c:v>
                </c:pt>
                <c:pt idx="80">
                  <c:v>22.752199999999998</c:v>
                </c:pt>
                <c:pt idx="81">
                  <c:v>24.2532</c:v>
                </c:pt>
                <c:pt idx="82">
                  <c:v>27.359200000000001</c:v>
                </c:pt>
                <c:pt idx="83">
                  <c:v>31.9099</c:v>
                </c:pt>
                <c:pt idx="84">
                  <c:v>34.284799999999997</c:v>
                </c:pt>
                <c:pt idx="85">
                  <c:v>31.85</c:v>
                </c:pt>
                <c:pt idx="86">
                  <c:v>30.922499999999999</c:v>
                </c:pt>
                <c:pt idx="87">
                  <c:v>29.2485</c:v>
                </c:pt>
                <c:pt idx="88">
                  <c:v>27.422599999999999</c:v>
                </c:pt>
                <c:pt idx="89">
                  <c:v>26.062999999999999</c:v>
                </c:pt>
                <c:pt idx="90">
                  <c:v>27.6342</c:v>
                </c:pt>
                <c:pt idx="91">
                  <c:v>27.2806</c:v>
                </c:pt>
                <c:pt idx="92">
                  <c:v>28.142199999999999</c:v>
                </c:pt>
                <c:pt idx="93">
                  <c:v>27.967600000000001</c:v>
                </c:pt>
                <c:pt idx="94">
                  <c:v>27.7547</c:v>
                </c:pt>
                <c:pt idx="95">
                  <c:v>27.216100000000001</c:v>
                </c:pt>
                <c:pt idx="96">
                  <c:v>26.4114</c:v>
                </c:pt>
                <c:pt idx="97">
                  <c:v>25.384799999999998</c:v>
                </c:pt>
                <c:pt idx="98">
                  <c:v>24.646000000000001</c:v>
                </c:pt>
                <c:pt idx="99">
                  <c:v>24.7913</c:v>
                </c:pt>
                <c:pt idx="100">
                  <c:v>24.718499999999999</c:v>
                </c:pt>
                <c:pt idx="101">
                  <c:v>24.967400000000001</c:v>
                </c:pt>
                <c:pt idx="102">
                  <c:v>24.987200000000001</c:v>
                </c:pt>
                <c:pt idx="103">
                  <c:v>24.682200000000002</c:v>
                </c:pt>
                <c:pt idx="104">
                  <c:v>24.5322</c:v>
                </c:pt>
                <c:pt idx="105">
                  <c:v>24.4057</c:v>
                </c:pt>
                <c:pt idx="106">
                  <c:v>24.807400000000001</c:v>
                </c:pt>
                <c:pt idx="107">
                  <c:v>24.768999999999998</c:v>
                </c:pt>
                <c:pt idx="108">
                  <c:v>25.415600000000001</c:v>
                </c:pt>
                <c:pt idx="109">
                  <c:v>25.5246</c:v>
                </c:pt>
                <c:pt idx="110">
                  <c:v>25.392199999999999</c:v>
                </c:pt>
                <c:pt idx="111">
                  <c:v>25.2881</c:v>
                </c:pt>
                <c:pt idx="112">
                  <c:v>25.068100000000001</c:v>
                </c:pt>
                <c:pt idx="113">
                  <c:v>25.2546</c:v>
                </c:pt>
                <c:pt idx="114">
                  <c:v>24.902799999999999</c:v>
                </c:pt>
                <c:pt idx="115">
                  <c:v>24.726099999999999</c:v>
                </c:pt>
                <c:pt idx="116">
                  <c:v>25.753299999999999</c:v>
                </c:pt>
                <c:pt idx="117">
                  <c:v>25.5763</c:v>
                </c:pt>
                <c:pt idx="118">
                  <c:v>25.742000000000001</c:v>
                </c:pt>
                <c:pt idx="119">
                  <c:v>26.53</c:v>
                </c:pt>
                <c:pt idx="120">
                  <c:v>27.742699999999999</c:v>
                </c:pt>
                <c:pt idx="121">
                  <c:v>27.808800000000002</c:v>
                </c:pt>
                <c:pt idx="122">
                  <c:v>26.471699999999998</c:v>
                </c:pt>
                <c:pt idx="123">
                  <c:v>27.3826</c:v>
                </c:pt>
                <c:pt idx="124">
                  <c:v>27.904800000000002</c:v>
                </c:pt>
                <c:pt idx="125">
                  <c:v>26.505800000000001</c:v>
                </c:pt>
                <c:pt idx="126">
                  <c:v>26.334900000000001</c:v>
                </c:pt>
                <c:pt idx="127">
                  <c:v>26.047899999999998</c:v>
                </c:pt>
                <c:pt idx="128">
                  <c:v>24.9558</c:v>
                </c:pt>
                <c:pt idx="129">
                  <c:v>24.010899999999999</c:v>
                </c:pt>
                <c:pt idx="130">
                  <c:v>24.049099999999999</c:v>
                </c:pt>
                <c:pt idx="131">
                  <c:v>24.5031</c:v>
                </c:pt>
                <c:pt idx="132">
                  <c:v>24.1431</c:v>
                </c:pt>
                <c:pt idx="133">
                  <c:v>24.645199999999999</c:v>
                </c:pt>
                <c:pt idx="134">
                  <c:v>25.3445</c:v>
                </c:pt>
                <c:pt idx="135">
                  <c:v>25.7605</c:v>
                </c:pt>
                <c:pt idx="136">
                  <c:v>26.028500000000001</c:v>
                </c:pt>
                <c:pt idx="137">
                  <c:v>26.2409</c:v>
                </c:pt>
                <c:pt idx="138">
                  <c:v>25.585899999999999</c:v>
                </c:pt>
                <c:pt idx="139">
                  <c:v>25.248000000000001</c:v>
                </c:pt>
                <c:pt idx="140">
                  <c:v>26.127300000000002</c:v>
                </c:pt>
                <c:pt idx="141">
                  <c:v>26.6126</c:v>
                </c:pt>
                <c:pt idx="142">
                  <c:v>26.083400000000001</c:v>
                </c:pt>
                <c:pt idx="143">
                  <c:v>26.263300000000001</c:v>
                </c:pt>
                <c:pt idx="144">
                  <c:v>26.885999999999999</c:v>
                </c:pt>
                <c:pt idx="145">
                  <c:v>26.327500000000001</c:v>
                </c:pt>
                <c:pt idx="146">
                  <c:v>25.676300000000001</c:v>
                </c:pt>
                <c:pt idx="147">
                  <c:v>25.748100000000001</c:v>
                </c:pt>
                <c:pt idx="148">
                  <c:v>26.7698</c:v>
                </c:pt>
                <c:pt idx="149">
                  <c:v>26.127800000000001</c:v>
                </c:pt>
                <c:pt idx="150">
                  <c:v>26.287299999999998</c:v>
                </c:pt>
                <c:pt idx="151">
                  <c:v>24.591100000000001</c:v>
                </c:pt>
                <c:pt idx="152">
                  <c:v>23.644600000000001</c:v>
                </c:pt>
                <c:pt idx="153">
                  <c:v>22.469100000000001</c:v>
                </c:pt>
                <c:pt idx="154">
                  <c:v>22.147400000000001</c:v>
                </c:pt>
                <c:pt idx="155">
                  <c:v>21.6402</c:v>
                </c:pt>
                <c:pt idx="156">
                  <c:v>21.8994</c:v>
                </c:pt>
                <c:pt idx="157">
                  <c:v>21.697399999999998</c:v>
                </c:pt>
                <c:pt idx="158">
                  <c:v>21.805399999999999</c:v>
                </c:pt>
                <c:pt idx="159">
                  <c:v>21.5002</c:v>
                </c:pt>
                <c:pt idx="160">
                  <c:v>21.1358</c:v>
                </c:pt>
                <c:pt idx="161">
                  <c:v>21.116599999999998</c:v>
                </c:pt>
                <c:pt idx="162">
                  <c:v>21.657599999999999</c:v>
                </c:pt>
                <c:pt idx="163">
                  <c:v>21.616399999999999</c:v>
                </c:pt>
                <c:pt idx="164">
                  <c:v>21.679300000000001</c:v>
                </c:pt>
                <c:pt idx="165">
                  <c:v>22.1175</c:v>
                </c:pt>
                <c:pt idx="166">
                  <c:v>22.0366</c:v>
                </c:pt>
                <c:pt idx="167">
                  <c:v>22.513999999999999</c:v>
                </c:pt>
                <c:pt idx="168">
                  <c:v>22.8904</c:v>
                </c:pt>
                <c:pt idx="169">
                  <c:v>22.847899999999999</c:v>
                </c:pt>
                <c:pt idx="170">
                  <c:v>23.1693</c:v>
                </c:pt>
                <c:pt idx="171">
                  <c:v>23.011099999999999</c:v>
                </c:pt>
                <c:pt idx="172">
                  <c:v>23.122800000000002</c:v>
                </c:pt>
                <c:pt idx="173">
                  <c:v>22.8538</c:v>
                </c:pt>
                <c:pt idx="174">
                  <c:v>23.2347</c:v>
                </c:pt>
                <c:pt idx="175">
                  <c:v>23.409099999999999</c:v>
                </c:pt>
                <c:pt idx="176">
                  <c:v>23.768699999999999</c:v>
                </c:pt>
                <c:pt idx="177">
                  <c:v>24.270099999999999</c:v>
                </c:pt>
                <c:pt idx="178">
                  <c:v>23.9451</c:v>
                </c:pt>
                <c:pt idx="179">
                  <c:v>23.926200000000001</c:v>
                </c:pt>
                <c:pt idx="180">
                  <c:v>23.494599999999998</c:v>
                </c:pt>
                <c:pt idx="181">
                  <c:v>23.320699999999999</c:v>
                </c:pt>
                <c:pt idx="182">
                  <c:v>23.604700000000001</c:v>
                </c:pt>
                <c:pt idx="183">
                  <c:v>23.855899999999998</c:v>
                </c:pt>
                <c:pt idx="184">
                  <c:v>24.583200000000001</c:v>
                </c:pt>
                <c:pt idx="185">
                  <c:v>24.777100000000001</c:v>
                </c:pt>
                <c:pt idx="186">
                  <c:v>25.208400000000001</c:v>
                </c:pt>
                <c:pt idx="187">
                  <c:v>25.459800000000001</c:v>
                </c:pt>
                <c:pt idx="188">
                  <c:v>25.282599999999999</c:v>
                </c:pt>
                <c:pt idx="189">
                  <c:v>25.508500000000002</c:v>
                </c:pt>
                <c:pt idx="190">
                  <c:v>25.235700000000001</c:v>
                </c:pt>
                <c:pt idx="191">
                  <c:v>25.909700000000001</c:v>
                </c:pt>
                <c:pt idx="192">
                  <c:v>25.995899999999999</c:v>
                </c:pt>
                <c:pt idx="193">
                  <c:v>26.228000000000002</c:v>
                </c:pt>
                <c:pt idx="194">
                  <c:v>25.668299999999999</c:v>
                </c:pt>
                <c:pt idx="195">
                  <c:v>25.365300000000001</c:v>
                </c:pt>
                <c:pt idx="196">
                  <c:v>25.397500000000001</c:v>
                </c:pt>
                <c:pt idx="197">
                  <c:v>25.555499999999999</c:v>
                </c:pt>
                <c:pt idx="198">
                  <c:v>26.116399999999999</c:v>
                </c:pt>
                <c:pt idx="199">
                  <c:v>25.7681</c:v>
                </c:pt>
                <c:pt idx="200">
                  <c:v>24.409600000000001</c:v>
                </c:pt>
                <c:pt idx="201">
                  <c:v>23.447800000000001</c:v>
                </c:pt>
                <c:pt idx="202">
                  <c:v>22.377400000000002</c:v>
                </c:pt>
                <c:pt idx="203">
                  <c:v>22.956</c:v>
                </c:pt>
                <c:pt idx="204">
                  <c:v>22.891300000000001</c:v>
                </c:pt>
                <c:pt idx="205">
                  <c:v>22.603300000000001</c:v>
                </c:pt>
                <c:pt idx="206">
                  <c:v>22.408000000000001</c:v>
                </c:pt>
                <c:pt idx="207">
                  <c:v>22.0885</c:v>
                </c:pt>
                <c:pt idx="208">
                  <c:v>21.975899999999999</c:v>
                </c:pt>
                <c:pt idx="209">
                  <c:v>21.741900000000001</c:v>
                </c:pt>
                <c:pt idx="210">
                  <c:v>21.4605</c:v>
                </c:pt>
                <c:pt idx="211">
                  <c:v>22.045500000000001</c:v>
                </c:pt>
                <c:pt idx="212">
                  <c:v>21.753399999999999</c:v>
                </c:pt>
                <c:pt idx="213">
                  <c:v>21.561900000000001</c:v>
                </c:pt>
                <c:pt idx="214">
                  <c:v>21.384</c:v>
                </c:pt>
                <c:pt idx="215">
                  <c:v>21.4057</c:v>
                </c:pt>
                <c:pt idx="216">
                  <c:v>21.758600000000001</c:v>
                </c:pt>
                <c:pt idx="217">
                  <c:v>21.762</c:v>
                </c:pt>
                <c:pt idx="218">
                  <c:v>21.674299999999999</c:v>
                </c:pt>
                <c:pt idx="219">
                  <c:v>21.8203</c:v>
                </c:pt>
                <c:pt idx="220">
                  <c:v>21.8887</c:v>
                </c:pt>
                <c:pt idx="221">
                  <c:v>21.988399999999999</c:v>
                </c:pt>
                <c:pt idx="222">
                  <c:v>21.9071</c:v>
                </c:pt>
                <c:pt idx="223">
                  <c:v>21.695699999999999</c:v>
                </c:pt>
                <c:pt idx="224">
                  <c:v>21.613600000000002</c:v>
                </c:pt>
                <c:pt idx="225">
                  <c:v>21.584399999999999</c:v>
                </c:pt>
                <c:pt idx="226">
                  <c:v>21.962800000000001</c:v>
                </c:pt>
                <c:pt idx="227">
                  <c:v>21.712199999999999</c:v>
                </c:pt>
                <c:pt idx="228">
                  <c:v>21.9253</c:v>
                </c:pt>
                <c:pt idx="229">
                  <c:v>22.6449</c:v>
                </c:pt>
                <c:pt idx="230">
                  <c:v>22.645099999999999</c:v>
                </c:pt>
                <c:pt idx="231">
                  <c:v>22.7776</c:v>
                </c:pt>
                <c:pt idx="232">
                  <c:v>22.757000000000001</c:v>
                </c:pt>
                <c:pt idx="233">
                  <c:v>22.774999999999999</c:v>
                </c:pt>
                <c:pt idx="234">
                  <c:v>22.8522</c:v>
                </c:pt>
                <c:pt idx="235">
                  <c:v>22.645199999999999</c:v>
                </c:pt>
                <c:pt idx="236">
                  <c:v>22.7578</c:v>
                </c:pt>
                <c:pt idx="237">
                  <c:v>23.121500000000001</c:v>
                </c:pt>
                <c:pt idx="238">
                  <c:v>23.888200000000001</c:v>
                </c:pt>
                <c:pt idx="239">
                  <c:v>23.5077</c:v>
                </c:pt>
                <c:pt idx="240">
                  <c:v>23.302</c:v>
                </c:pt>
                <c:pt idx="241">
                  <c:v>22.669</c:v>
                </c:pt>
                <c:pt idx="242">
                  <c:v>22.964500000000001</c:v>
                </c:pt>
                <c:pt idx="243">
                  <c:v>23.349799999999998</c:v>
                </c:pt>
                <c:pt idx="244">
                  <c:v>23.5886</c:v>
                </c:pt>
                <c:pt idx="245">
                  <c:v>23.482099999999999</c:v>
                </c:pt>
                <c:pt idx="246">
                  <c:v>23.4574</c:v>
                </c:pt>
                <c:pt idx="247">
                  <c:v>22.443899999999999</c:v>
                </c:pt>
                <c:pt idx="248">
                  <c:v>22.572800000000001</c:v>
                </c:pt>
                <c:pt idx="249">
                  <c:v>22.5457</c:v>
                </c:pt>
                <c:pt idx="250">
                  <c:v>22.253399999999999</c:v>
                </c:pt>
                <c:pt idx="251">
                  <c:v>22.467500000000001</c:v>
                </c:pt>
                <c:pt idx="252">
                  <c:v>22.302199999999999</c:v>
                </c:pt>
                <c:pt idx="253">
                  <c:v>23.177800000000001</c:v>
                </c:pt>
                <c:pt idx="254">
                  <c:v>23.076799999999999</c:v>
                </c:pt>
                <c:pt idx="255">
                  <c:v>23.035599999999999</c:v>
                </c:pt>
                <c:pt idx="256">
                  <c:v>22.799399999999999</c:v>
                </c:pt>
                <c:pt idx="257">
                  <c:v>22.5655</c:v>
                </c:pt>
                <c:pt idx="258">
                  <c:v>22.568100000000001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8B43-4816-8579-1828BCA05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3306927"/>
        <c:axId val="916613599"/>
      </c:scatterChart>
      <c:valAx>
        <c:axId val="913306927"/>
        <c:scaling>
          <c:orientation val="minMax"/>
          <c:max val="2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16613599"/>
        <c:crosses val="autoZero"/>
        <c:crossBetween val="midCat"/>
      </c:valAx>
      <c:valAx>
        <c:axId val="916613599"/>
        <c:scaling>
          <c:orientation val="minMax"/>
          <c:max val="40"/>
          <c:min val="1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133069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計算點</a:t>
            </a:r>
          </a:p>
        </c:rich>
      </c:tx>
      <c:layout>
        <c:manualLayout>
          <c:xMode val="edge"/>
          <c:yMode val="edge"/>
          <c:x val="4.0019667366485545E-2"/>
          <c:y val="0.734272662979046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7.7986516144829016E-2"/>
          <c:y val="3.8776439063764774E-2"/>
          <c:w val="0.86377570271515336"/>
          <c:h val="0.59750427925696381"/>
        </c:manualLayout>
      </c:layout>
      <c:scatterChart>
        <c:scatterStyle val="lineMarker"/>
        <c:varyColors val="0"/>
        <c:ser>
          <c:idx val="1"/>
          <c:order val="1"/>
          <c:tx>
            <c:strRef>
              <c:f>Football_Details!$F$1</c:f>
              <c:strCache>
                <c:ptCount val="1"/>
                <c:pt idx="0">
                  <c:v>Diamond_Checks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Football_Details!$F$2:$F$260</c:f>
              <c:numCache>
                <c:formatCode>General</c:formatCode>
                <c:ptCount val="259"/>
                <c:pt idx="0">
                  <c:v>15.8</c:v>
                </c:pt>
                <c:pt idx="1">
                  <c:v>16.600000000000001</c:v>
                </c:pt>
                <c:pt idx="2">
                  <c:v>17.2</c:v>
                </c:pt>
                <c:pt idx="3">
                  <c:v>17.899999999999999</c:v>
                </c:pt>
                <c:pt idx="4">
                  <c:v>17.600000000000001</c:v>
                </c:pt>
                <c:pt idx="5">
                  <c:v>18.100000000000001</c:v>
                </c:pt>
                <c:pt idx="6">
                  <c:v>18.8</c:v>
                </c:pt>
                <c:pt idx="7">
                  <c:v>18.899999999999999</c:v>
                </c:pt>
                <c:pt idx="8">
                  <c:v>20.5</c:v>
                </c:pt>
                <c:pt idx="9">
                  <c:v>20</c:v>
                </c:pt>
                <c:pt idx="10">
                  <c:v>20.9</c:v>
                </c:pt>
                <c:pt idx="11">
                  <c:v>20.8</c:v>
                </c:pt>
                <c:pt idx="12">
                  <c:v>21.2</c:v>
                </c:pt>
                <c:pt idx="13">
                  <c:v>21.6</c:v>
                </c:pt>
                <c:pt idx="14">
                  <c:v>23.6</c:v>
                </c:pt>
                <c:pt idx="15">
                  <c:v>25.7</c:v>
                </c:pt>
                <c:pt idx="16">
                  <c:v>25.3</c:v>
                </c:pt>
                <c:pt idx="17">
                  <c:v>23.8</c:v>
                </c:pt>
                <c:pt idx="18">
                  <c:v>21.9</c:v>
                </c:pt>
                <c:pt idx="19">
                  <c:v>21.9</c:v>
                </c:pt>
                <c:pt idx="20">
                  <c:v>22.1</c:v>
                </c:pt>
                <c:pt idx="21">
                  <c:v>23.9</c:v>
                </c:pt>
                <c:pt idx="22">
                  <c:v>25.3</c:v>
                </c:pt>
                <c:pt idx="23">
                  <c:v>26.7</c:v>
                </c:pt>
                <c:pt idx="24">
                  <c:v>26.7</c:v>
                </c:pt>
                <c:pt idx="25">
                  <c:v>28.8</c:v>
                </c:pt>
                <c:pt idx="26">
                  <c:v>29.9</c:v>
                </c:pt>
                <c:pt idx="27">
                  <c:v>31.1</c:v>
                </c:pt>
                <c:pt idx="28">
                  <c:v>31.7</c:v>
                </c:pt>
                <c:pt idx="29">
                  <c:v>32.700000000000003</c:v>
                </c:pt>
                <c:pt idx="30">
                  <c:v>31.1</c:v>
                </c:pt>
                <c:pt idx="31">
                  <c:v>29.7</c:v>
                </c:pt>
                <c:pt idx="32">
                  <c:v>32</c:v>
                </c:pt>
                <c:pt idx="33">
                  <c:v>32.5</c:v>
                </c:pt>
                <c:pt idx="34">
                  <c:v>34.9</c:v>
                </c:pt>
                <c:pt idx="35">
                  <c:v>32.5</c:v>
                </c:pt>
                <c:pt idx="36">
                  <c:v>33.5</c:v>
                </c:pt>
                <c:pt idx="37">
                  <c:v>32.9</c:v>
                </c:pt>
                <c:pt idx="38">
                  <c:v>33.700000000000003</c:v>
                </c:pt>
                <c:pt idx="39">
                  <c:v>32.799999999999997</c:v>
                </c:pt>
                <c:pt idx="40">
                  <c:v>31.3</c:v>
                </c:pt>
                <c:pt idx="41">
                  <c:v>31</c:v>
                </c:pt>
                <c:pt idx="42">
                  <c:v>31.1</c:v>
                </c:pt>
                <c:pt idx="43">
                  <c:v>31.3</c:v>
                </c:pt>
                <c:pt idx="44">
                  <c:v>31.7</c:v>
                </c:pt>
                <c:pt idx="45">
                  <c:v>30.8</c:v>
                </c:pt>
                <c:pt idx="46">
                  <c:v>31.2</c:v>
                </c:pt>
                <c:pt idx="47">
                  <c:v>30</c:v>
                </c:pt>
                <c:pt idx="48">
                  <c:v>28.8</c:v>
                </c:pt>
                <c:pt idx="49">
                  <c:v>28.3</c:v>
                </c:pt>
                <c:pt idx="50">
                  <c:v>28.7</c:v>
                </c:pt>
                <c:pt idx="51">
                  <c:v>29.6</c:v>
                </c:pt>
                <c:pt idx="52">
                  <c:v>29.9</c:v>
                </c:pt>
                <c:pt idx="53">
                  <c:v>28.2</c:v>
                </c:pt>
                <c:pt idx="54">
                  <c:v>27</c:v>
                </c:pt>
                <c:pt idx="55">
                  <c:v>26.4</c:v>
                </c:pt>
                <c:pt idx="56">
                  <c:v>25.5</c:v>
                </c:pt>
                <c:pt idx="57">
                  <c:v>26.8</c:v>
                </c:pt>
                <c:pt idx="58">
                  <c:v>28.3</c:v>
                </c:pt>
                <c:pt idx="59">
                  <c:v>30.2</c:v>
                </c:pt>
                <c:pt idx="60">
                  <c:v>30.7</c:v>
                </c:pt>
                <c:pt idx="61">
                  <c:v>32.299999999999997</c:v>
                </c:pt>
                <c:pt idx="62">
                  <c:v>33.299999999999997</c:v>
                </c:pt>
                <c:pt idx="63">
                  <c:v>34.200000000000003</c:v>
                </c:pt>
                <c:pt idx="64">
                  <c:v>33.200000000000003</c:v>
                </c:pt>
                <c:pt idx="65">
                  <c:v>31.6</c:v>
                </c:pt>
                <c:pt idx="66">
                  <c:v>30</c:v>
                </c:pt>
                <c:pt idx="67">
                  <c:v>29.5</c:v>
                </c:pt>
                <c:pt idx="68">
                  <c:v>29.7</c:v>
                </c:pt>
                <c:pt idx="69">
                  <c:v>28.3</c:v>
                </c:pt>
                <c:pt idx="70">
                  <c:v>31.5</c:v>
                </c:pt>
                <c:pt idx="71">
                  <c:v>37.1</c:v>
                </c:pt>
                <c:pt idx="72">
                  <c:v>38.9</c:v>
                </c:pt>
                <c:pt idx="73">
                  <c:v>39.6</c:v>
                </c:pt>
                <c:pt idx="74">
                  <c:v>42.2</c:v>
                </c:pt>
                <c:pt idx="75">
                  <c:v>43.1</c:v>
                </c:pt>
                <c:pt idx="76">
                  <c:v>41.8</c:v>
                </c:pt>
                <c:pt idx="77">
                  <c:v>40.1</c:v>
                </c:pt>
                <c:pt idx="78">
                  <c:v>39.5</c:v>
                </c:pt>
                <c:pt idx="79">
                  <c:v>38.9</c:v>
                </c:pt>
                <c:pt idx="80">
                  <c:v>40.200000000000003</c:v>
                </c:pt>
                <c:pt idx="81">
                  <c:v>40.5</c:v>
                </c:pt>
                <c:pt idx="82">
                  <c:v>40.200000000000003</c:v>
                </c:pt>
                <c:pt idx="83">
                  <c:v>35.6</c:v>
                </c:pt>
                <c:pt idx="84">
                  <c:v>34.5</c:v>
                </c:pt>
                <c:pt idx="85">
                  <c:v>35.799999999999997</c:v>
                </c:pt>
                <c:pt idx="86">
                  <c:v>37.200000000000003</c:v>
                </c:pt>
                <c:pt idx="87">
                  <c:v>38.1</c:v>
                </c:pt>
                <c:pt idx="88">
                  <c:v>38.6</c:v>
                </c:pt>
                <c:pt idx="89">
                  <c:v>38</c:v>
                </c:pt>
                <c:pt idx="90">
                  <c:v>32.799999999999997</c:v>
                </c:pt>
                <c:pt idx="91">
                  <c:v>30</c:v>
                </c:pt>
                <c:pt idx="92">
                  <c:v>27.3</c:v>
                </c:pt>
                <c:pt idx="93">
                  <c:v>25.4</c:v>
                </c:pt>
                <c:pt idx="94">
                  <c:v>28</c:v>
                </c:pt>
                <c:pt idx="95">
                  <c:v>30.2</c:v>
                </c:pt>
                <c:pt idx="96">
                  <c:v>32.1</c:v>
                </c:pt>
                <c:pt idx="97">
                  <c:v>35.6</c:v>
                </c:pt>
                <c:pt idx="98">
                  <c:v>38.9</c:v>
                </c:pt>
                <c:pt idx="99">
                  <c:v>38.700000000000003</c:v>
                </c:pt>
                <c:pt idx="100">
                  <c:v>39.200000000000003</c:v>
                </c:pt>
                <c:pt idx="101">
                  <c:v>39.200000000000003</c:v>
                </c:pt>
                <c:pt idx="102">
                  <c:v>38.9</c:v>
                </c:pt>
                <c:pt idx="103">
                  <c:v>40.6</c:v>
                </c:pt>
                <c:pt idx="104">
                  <c:v>37.5</c:v>
                </c:pt>
                <c:pt idx="105">
                  <c:v>35.6</c:v>
                </c:pt>
                <c:pt idx="106">
                  <c:v>34.1</c:v>
                </c:pt>
                <c:pt idx="107">
                  <c:v>31.6</c:v>
                </c:pt>
                <c:pt idx="108">
                  <c:v>32.4</c:v>
                </c:pt>
                <c:pt idx="109">
                  <c:v>33.200000000000003</c:v>
                </c:pt>
                <c:pt idx="110">
                  <c:v>33.700000000000003</c:v>
                </c:pt>
                <c:pt idx="111">
                  <c:v>33.6</c:v>
                </c:pt>
                <c:pt idx="112">
                  <c:v>34.799999999999997</c:v>
                </c:pt>
                <c:pt idx="113">
                  <c:v>33.700000000000003</c:v>
                </c:pt>
                <c:pt idx="114">
                  <c:v>33.4</c:v>
                </c:pt>
                <c:pt idx="115">
                  <c:v>30.9</c:v>
                </c:pt>
                <c:pt idx="116">
                  <c:v>31.6</c:v>
                </c:pt>
                <c:pt idx="117">
                  <c:v>30.2</c:v>
                </c:pt>
                <c:pt idx="118">
                  <c:v>30.2</c:v>
                </c:pt>
                <c:pt idx="119">
                  <c:v>29</c:v>
                </c:pt>
                <c:pt idx="120">
                  <c:v>27</c:v>
                </c:pt>
                <c:pt idx="121">
                  <c:v>20.9</c:v>
                </c:pt>
                <c:pt idx="122">
                  <c:v>20.8</c:v>
                </c:pt>
                <c:pt idx="123">
                  <c:v>22.3</c:v>
                </c:pt>
                <c:pt idx="124">
                  <c:v>22</c:v>
                </c:pt>
                <c:pt idx="125">
                  <c:v>21</c:v>
                </c:pt>
                <c:pt idx="126">
                  <c:v>22.6</c:v>
                </c:pt>
                <c:pt idx="127">
                  <c:v>25.9</c:v>
                </c:pt>
                <c:pt idx="128">
                  <c:v>28.5</c:v>
                </c:pt>
                <c:pt idx="129">
                  <c:v>31.7</c:v>
                </c:pt>
                <c:pt idx="130">
                  <c:v>31.3</c:v>
                </c:pt>
                <c:pt idx="131">
                  <c:v>31.2</c:v>
                </c:pt>
                <c:pt idx="132">
                  <c:v>31.7</c:v>
                </c:pt>
                <c:pt idx="133">
                  <c:v>29.4</c:v>
                </c:pt>
                <c:pt idx="134">
                  <c:v>27.3</c:v>
                </c:pt>
                <c:pt idx="135">
                  <c:v>22.2</c:v>
                </c:pt>
                <c:pt idx="136">
                  <c:v>18.600000000000001</c:v>
                </c:pt>
                <c:pt idx="137">
                  <c:v>18.8</c:v>
                </c:pt>
                <c:pt idx="138">
                  <c:v>16</c:v>
                </c:pt>
                <c:pt idx="139">
                  <c:v>16.600000000000001</c:v>
                </c:pt>
                <c:pt idx="140">
                  <c:v>16.899999999999999</c:v>
                </c:pt>
                <c:pt idx="141">
                  <c:v>16.600000000000001</c:v>
                </c:pt>
                <c:pt idx="142">
                  <c:v>15.4</c:v>
                </c:pt>
                <c:pt idx="143">
                  <c:v>15.7</c:v>
                </c:pt>
                <c:pt idx="144">
                  <c:v>19</c:v>
                </c:pt>
                <c:pt idx="145">
                  <c:v>21.2</c:v>
                </c:pt>
                <c:pt idx="146">
                  <c:v>19.3</c:v>
                </c:pt>
                <c:pt idx="147">
                  <c:v>20.399999999999999</c:v>
                </c:pt>
                <c:pt idx="148">
                  <c:v>24.5</c:v>
                </c:pt>
                <c:pt idx="149">
                  <c:v>26.6</c:v>
                </c:pt>
                <c:pt idx="150">
                  <c:v>26.7</c:v>
                </c:pt>
                <c:pt idx="151">
                  <c:v>27.8</c:v>
                </c:pt>
                <c:pt idx="152">
                  <c:v>28.9</c:v>
                </c:pt>
                <c:pt idx="153">
                  <c:v>31</c:v>
                </c:pt>
                <c:pt idx="154">
                  <c:v>33.1</c:v>
                </c:pt>
                <c:pt idx="155">
                  <c:v>33.299999999999997</c:v>
                </c:pt>
                <c:pt idx="156">
                  <c:v>33.299999999999997</c:v>
                </c:pt>
                <c:pt idx="157">
                  <c:v>32.5</c:v>
                </c:pt>
                <c:pt idx="158">
                  <c:v>31.7</c:v>
                </c:pt>
                <c:pt idx="159">
                  <c:v>30.9</c:v>
                </c:pt>
                <c:pt idx="160">
                  <c:v>32.700000000000003</c:v>
                </c:pt>
                <c:pt idx="161">
                  <c:v>30.5</c:v>
                </c:pt>
                <c:pt idx="162">
                  <c:v>31.1</c:v>
                </c:pt>
                <c:pt idx="163">
                  <c:v>31.3</c:v>
                </c:pt>
                <c:pt idx="164">
                  <c:v>30.9</c:v>
                </c:pt>
                <c:pt idx="165">
                  <c:v>31.1</c:v>
                </c:pt>
                <c:pt idx="166">
                  <c:v>31.8</c:v>
                </c:pt>
                <c:pt idx="167">
                  <c:v>29.6</c:v>
                </c:pt>
                <c:pt idx="168">
                  <c:v>30.8</c:v>
                </c:pt>
                <c:pt idx="169">
                  <c:v>29.2</c:v>
                </c:pt>
                <c:pt idx="170">
                  <c:v>29.4</c:v>
                </c:pt>
                <c:pt idx="171">
                  <c:v>30.1</c:v>
                </c:pt>
                <c:pt idx="172">
                  <c:v>31.1</c:v>
                </c:pt>
                <c:pt idx="173">
                  <c:v>32.1</c:v>
                </c:pt>
                <c:pt idx="174">
                  <c:v>32.4</c:v>
                </c:pt>
                <c:pt idx="175">
                  <c:v>30.3</c:v>
                </c:pt>
                <c:pt idx="176">
                  <c:v>30.3</c:v>
                </c:pt>
                <c:pt idx="177">
                  <c:v>29.6</c:v>
                </c:pt>
                <c:pt idx="178">
                  <c:v>29.4</c:v>
                </c:pt>
                <c:pt idx="179">
                  <c:v>31.4</c:v>
                </c:pt>
                <c:pt idx="180">
                  <c:v>33</c:v>
                </c:pt>
                <c:pt idx="181">
                  <c:v>33.1</c:v>
                </c:pt>
                <c:pt idx="182">
                  <c:v>34.1</c:v>
                </c:pt>
                <c:pt idx="183">
                  <c:v>35.4</c:v>
                </c:pt>
                <c:pt idx="184">
                  <c:v>33</c:v>
                </c:pt>
                <c:pt idx="185">
                  <c:v>32.5</c:v>
                </c:pt>
                <c:pt idx="186">
                  <c:v>30.1</c:v>
                </c:pt>
                <c:pt idx="187">
                  <c:v>29</c:v>
                </c:pt>
                <c:pt idx="188">
                  <c:v>29.1</c:v>
                </c:pt>
                <c:pt idx="189">
                  <c:v>27.2</c:v>
                </c:pt>
                <c:pt idx="190">
                  <c:v>27.6</c:v>
                </c:pt>
                <c:pt idx="191">
                  <c:v>27.3</c:v>
                </c:pt>
                <c:pt idx="192">
                  <c:v>27.8</c:v>
                </c:pt>
                <c:pt idx="193">
                  <c:v>26.9</c:v>
                </c:pt>
                <c:pt idx="194">
                  <c:v>27.9</c:v>
                </c:pt>
                <c:pt idx="195">
                  <c:v>27.1</c:v>
                </c:pt>
                <c:pt idx="196">
                  <c:v>27.7</c:v>
                </c:pt>
                <c:pt idx="197">
                  <c:v>27.2</c:v>
                </c:pt>
                <c:pt idx="198">
                  <c:v>25.7</c:v>
                </c:pt>
                <c:pt idx="199">
                  <c:v>24</c:v>
                </c:pt>
                <c:pt idx="200">
                  <c:v>24.6</c:v>
                </c:pt>
                <c:pt idx="201">
                  <c:v>23.4</c:v>
                </c:pt>
                <c:pt idx="202">
                  <c:v>21.8</c:v>
                </c:pt>
                <c:pt idx="203">
                  <c:v>19.600000000000001</c:v>
                </c:pt>
                <c:pt idx="204">
                  <c:v>18.899999999999999</c:v>
                </c:pt>
                <c:pt idx="205">
                  <c:v>18.5</c:v>
                </c:pt>
                <c:pt idx="206">
                  <c:v>18.3</c:v>
                </c:pt>
                <c:pt idx="207">
                  <c:v>19</c:v>
                </c:pt>
                <c:pt idx="208">
                  <c:v>18.7</c:v>
                </c:pt>
                <c:pt idx="209">
                  <c:v>19</c:v>
                </c:pt>
                <c:pt idx="210">
                  <c:v>21.4</c:v>
                </c:pt>
                <c:pt idx="211">
                  <c:v>20.100000000000001</c:v>
                </c:pt>
                <c:pt idx="212">
                  <c:v>20.5</c:v>
                </c:pt>
                <c:pt idx="213">
                  <c:v>21.5</c:v>
                </c:pt>
                <c:pt idx="214">
                  <c:v>21.6</c:v>
                </c:pt>
                <c:pt idx="215">
                  <c:v>21.7</c:v>
                </c:pt>
                <c:pt idx="216">
                  <c:v>21.3</c:v>
                </c:pt>
                <c:pt idx="217">
                  <c:v>21.9</c:v>
                </c:pt>
                <c:pt idx="218">
                  <c:v>21</c:v>
                </c:pt>
                <c:pt idx="219">
                  <c:v>19.8</c:v>
                </c:pt>
                <c:pt idx="220">
                  <c:v>20.399999999999999</c:v>
                </c:pt>
                <c:pt idx="221">
                  <c:v>20.3</c:v>
                </c:pt>
                <c:pt idx="222">
                  <c:v>19.399999999999999</c:v>
                </c:pt>
                <c:pt idx="223">
                  <c:v>18.7</c:v>
                </c:pt>
                <c:pt idx="224">
                  <c:v>18</c:v>
                </c:pt>
                <c:pt idx="225">
                  <c:v>18</c:v>
                </c:pt>
                <c:pt idx="226">
                  <c:v>18.3</c:v>
                </c:pt>
                <c:pt idx="227">
                  <c:v>19.2</c:v>
                </c:pt>
                <c:pt idx="228">
                  <c:v>18.3</c:v>
                </c:pt>
                <c:pt idx="229">
                  <c:v>18.3</c:v>
                </c:pt>
                <c:pt idx="230">
                  <c:v>18.399999999999999</c:v>
                </c:pt>
                <c:pt idx="231">
                  <c:v>18.100000000000001</c:v>
                </c:pt>
                <c:pt idx="232">
                  <c:v>18.3</c:v>
                </c:pt>
                <c:pt idx="233">
                  <c:v>18.2</c:v>
                </c:pt>
                <c:pt idx="234">
                  <c:v>17.7</c:v>
                </c:pt>
                <c:pt idx="235">
                  <c:v>18</c:v>
                </c:pt>
                <c:pt idx="236">
                  <c:v>17.8</c:v>
                </c:pt>
                <c:pt idx="237">
                  <c:v>17.399999999999999</c:v>
                </c:pt>
                <c:pt idx="238">
                  <c:v>17.100000000000001</c:v>
                </c:pt>
                <c:pt idx="239">
                  <c:v>17.399999999999999</c:v>
                </c:pt>
                <c:pt idx="240">
                  <c:v>17.2</c:v>
                </c:pt>
                <c:pt idx="241">
                  <c:v>16.3</c:v>
                </c:pt>
                <c:pt idx="242">
                  <c:v>16.600000000000001</c:v>
                </c:pt>
                <c:pt idx="243">
                  <c:v>16.399999999999999</c:v>
                </c:pt>
                <c:pt idx="244">
                  <c:v>16.8</c:v>
                </c:pt>
                <c:pt idx="245">
                  <c:v>16.3</c:v>
                </c:pt>
                <c:pt idx="246">
                  <c:v>16.7</c:v>
                </c:pt>
                <c:pt idx="247">
                  <c:v>16.5</c:v>
                </c:pt>
                <c:pt idx="248">
                  <c:v>16.5</c:v>
                </c:pt>
                <c:pt idx="249">
                  <c:v>17.5</c:v>
                </c:pt>
                <c:pt idx="250">
                  <c:v>18.600000000000001</c:v>
                </c:pt>
                <c:pt idx="251">
                  <c:v>17.8</c:v>
                </c:pt>
                <c:pt idx="252">
                  <c:v>18.100000000000001</c:v>
                </c:pt>
                <c:pt idx="253">
                  <c:v>17.600000000000001</c:v>
                </c:pt>
                <c:pt idx="254">
                  <c:v>17.3</c:v>
                </c:pt>
                <c:pt idx="255">
                  <c:v>17.100000000000001</c:v>
                </c:pt>
                <c:pt idx="256">
                  <c:v>17.2</c:v>
                </c:pt>
                <c:pt idx="257">
                  <c:v>17.100000000000001</c:v>
                </c:pt>
                <c:pt idx="258">
                  <c:v>17.2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92-4CA1-9D62-4538A3202615}"/>
            </c:ext>
          </c:extLst>
        </c:ser>
        <c:ser>
          <c:idx val="2"/>
          <c:order val="2"/>
          <c:tx>
            <c:strRef>
              <c:f>Football_Details!$I$1</c:f>
              <c:strCache>
                <c:ptCount val="1"/>
                <c:pt idx="0">
                  <c:v>HEXDS_Checks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Football_Details!$I$2:$I$260</c:f>
              <c:numCache>
                <c:formatCode>General</c:formatCode>
                <c:ptCount val="259"/>
                <c:pt idx="0">
                  <c:v>12.8</c:v>
                </c:pt>
                <c:pt idx="1">
                  <c:v>13</c:v>
                </c:pt>
                <c:pt idx="2">
                  <c:v>13.7</c:v>
                </c:pt>
                <c:pt idx="3">
                  <c:v>14</c:v>
                </c:pt>
                <c:pt idx="4">
                  <c:v>13.8</c:v>
                </c:pt>
                <c:pt idx="5">
                  <c:v>14.1</c:v>
                </c:pt>
                <c:pt idx="6">
                  <c:v>14.3</c:v>
                </c:pt>
                <c:pt idx="7">
                  <c:v>14.6</c:v>
                </c:pt>
                <c:pt idx="8">
                  <c:v>15.1</c:v>
                </c:pt>
                <c:pt idx="9">
                  <c:v>15.2</c:v>
                </c:pt>
                <c:pt idx="10">
                  <c:v>15.4</c:v>
                </c:pt>
                <c:pt idx="11">
                  <c:v>15.5</c:v>
                </c:pt>
                <c:pt idx="12">
                  <c:v>15.8</c:v>
                </c:pt>
                <c:pt idx="13">
                  <c:v>16.2</c:v>
                </c:pt>
                <c:pt idx="14">
                  <c:v>17.100000000000001</c:v>
                </c:pt>
                <c:pt idx="15">
                  <c:v>18</c:v>
                </c:pt>
                <c:pt idx="16">
                  <c:v>17.8</c:v>
                </c:pt>
                <c:pt idx="17">
                  <c:v>17.100000000000001</c:v>
                </c:pt>
                <c:pt idx="18">
                  <c:v>16.2</c:v>
                </c:pt>
                <c:pt idx="19">
                  <c:v>15.9</c:v>
                </c:pt>
                <c:pt idx="20">
                  <c:v>16.5</c:v>
                </c:pt>
                <c:pt idx="21">
                  <c:v>17.600000000000001</c:v>
                </c:pt>
                <c:pt idx="22">
                  <c:v>17.5</c:v>
                </c:pt>
                <c:pt idx="23">
                  <c:v>18.3</c:v>
                </c:pt>
                <c:pt idx="24">
                  <c:v>19.100000000000001</c:v>
                </c:pt>
                <c:pt idx="25">
                  <c:v>19</c:v>
                </c:pt>
                <c:pt idx="26">
                  <c:v>19.899999999999999</c:v>
                </c:pt>
                <c:pt idx="27">
                  <c:v>20.8</c:v>
                </c:pt>
                <c:pt idx="28">
                  <c:v>20.9</c:v>
                </c:pt>
                <c:pt idx="29">
                  <c:v>21.3</c:v>
                </c:pt>
                <c:pt idx="30">
                  <c:v>20.7</c:v>
                </c:pt>
                <c:pt idx="31">
                  <c:v>19.899999999999999</c:v>
                </c:pt>
                <c:pt idx="32">
                  <c:v>21.8</c:v>
                </c:pt>
                <c:pt idx="33">
                  <c:v>21.6</c:v>
                </c:pt>
                <c:pt idx="34">
                  <c:v>23</c:v>
                </c:pt>
                <c:pt idx="35">
                  <c:v>21.8</c:v>
                </c:pt>
                <c:pt idx="36">
                  <c:v>21.6</c:v>
                </c:pt>
                <c:pt idx="37">
                  <c:v>21.6</c:v>
                </c:pt>
                <c:pt idx="38">
                  <c:v>21.5</c:v>
                </c:pt>
                <c:pt idx="39">
                  <c:v>21.5</c:v>
                </c:pt>
                <c:pt idx="40">
                  <c:v>20.7</c:v>
                </c:pt>
                <c:pt idx="41">
                  <c:v>20.6</c:v>
                </c:pt>
                <c:pt idx="42">
                  <c:v>20.5</c:v>
                </c:pt>
                <c:pt idx="43">
                  <c:v>20.399999999999999</c:v>
                </c:pt>
                <c:pt idx="44">
                  <c:v>21.3</c:v>
                </c:pt>
                <c:pt idx="45">
                  <c:v>20.8</c:v>
                </c:pt>
                <c:pt idx="46">
                  <c:v>20.8</c:v>
                </c:pt>
                <c:pt idx="47">
                  <c:v>19.899999999999999</c:v>
                </c:pt>
                <c:pt idx="48">
                  <c:v>19.100000000000001</c:v>
                </c:pt>
                <c:pt idx="49">
                  <c:v>18.8</c:v>
                </c:pt>
                <c:pt idx="50">
                  <c:v>19.2</c:v>
                </c:pt>
                <c:pt idx="51">
                  <c:v>19.5</c:v>
                </c:pt>
                <c:pt idx="52">
                  <c:v>19.3</c:v>
                </c:pt>
                <c:pt idx="53">
                  <c:v>18.600000000000001</c:v>
                </c:pt>
                <c:pt idx="54">
                  <c:v>18.100000000000001</c:v>
                </c:pt>
                <c:pt idx="55">
                  <c:v>18.2</c:v>
                </c:pt>
                <c:pt idx="56">
                  <c:v>17.899999999999999</c:v>
                </c:pt>
                <c:pt idx="57">
                  <c:v>18.600000000000001</c:v>
                </c:pt>
                <c:pt idx="58">
                  <c:v>19.5</c:v>
                </c:pt>
                <c:pt idx="59">
                  <c:v>20.399999999999999</c:v>
                </c:pt>
                <c:pt idx="60">
                  <c:v>20.8</c:v>
                </c:pt>
                <c:pt idx="61">
                  <c:v>21.7</c:v>
                </c:pt>
                <c:pt idx="62">
                  <c:v>21.5</c:v>
                </c:pt>
                <c:pt idx="63">
                  <c:v>22.1</c:v>
                </c:pt>
                <c:pt idx="64">
                  <c:v>21.7</c:v>
                </c:pt>
                <c:pt idx="65">
                  <c:v>21</c:v>
                </c:pt>
                <c:pt idx="66">
                  <c:v>20.100000000000001</c:v>
                </c:pt>
                <c:pt idx="67">
                  <c:v>19.5</c:v>
                </c:pt>
                <c:pt idx="68">
                  <c:v>20</c:v>
                </c:pt>
                <c:pt idx="69">
                  <c:v>19.7</c:v>
                </c:pt>
                <c:pt idx="70">
                  <c:v>21.9</c:v>
                </c:pt>
                <c:pt idx="71">
                  <c:v>25.7</c:v>
                </c:pt>
                <c:pt idx="72">
                  <c:v>26.1</c:v>
                </c:pt>
                <c:pt idx="73">
                  <c:v>26.9</c:v>
                </c:pt>
                <c:pt idx="74">
                  <c:v>28.3</c:v>
                </c:pt>
                <c:pt idx="75">
                  <c:v>28.2</c:v>
                </c:pt>
                <c:pt idx="76">
                  <c:v>28</c:v>
                </c:pt>
                <c:pt idx="77">
                  <c:v>26.3</c:v>
                </c:pt>
                <c:pt idx="78">
                  <c:v>24.1</c:v>
                </c:pt>
                <c:pt idx="79">
                  <c:v>23.2</c:v>
                </c:pt>
                <c:pt idx="80">
                  <c:v>23</c:v>
                </c:pt>
                <c:pt idx="81">
                  <c:v>22.7</c:v>
                </c:pt>
                <c:pt idx="82">
                  <c:v>21.5</c:v>
                </c:pt>
                <c:pt idx="83">
                  <c:v>18.7</c:v>
                </c:pt>
                <c:pt idx="84">
                  <c:v>18.399999999999999</c:v>
                </c:pt>
                <c:pt idx="85">
                  <c:v>18.2</c:v>
                </c:pt>
                <c:pt idx="86">
                  <c:v>20.100000000000001</c:v>
                </c:pt>
                <c:pt idx="87">
                  <c:v>20.399999999999999</c:v>
                </c:pt>
                <c:pt idx="88">
                  <c:v>21</c:v>
                </c:pt>
                <c:pt idx="89">
                  <c:v>20.3</c:v>
                </c:pt>
                <c:pt idx="90">
                  <c:v>18.2</c:v>
                </c:pt>
                <c:pt idx="91">
                  <c:v>18.8</c:v>
                </c:pt>
                <c:pt idx="92">
                  <c:v>19</c:v>
                </c:pt>
                <c:pt idx="93">
                  <c:v>18.8</c:v>
                </c:pt>
                <c:pt idx="94">
                  <c:v>19.899999999999999</c:v>
                </c:pt>
                <c:pt idx="95">
                  <c:v>21.2</c:v>
                </c:pt>
                <c:pt idx="96">
                  <c:v>21.1</c:v>
                </c:pt>
                <c:pt idx="97">
                  <c:v>21.2</c:v>
                </c:pt>
                <c:pt idx="98">
                  <c:v>22.3</c:v>
                </c:pt>
                <c:pt idx="99">
                  <c:v>22</c:v>
                </c:pt>
                <c:pt idx="100">
                  <c:v>22.8</c:v>
                </c:pt>
                <c:pt idx="101">
                  <c:v>22.9</c:v>
                </c:pt>
                <c:pt idx="102">
                  <c:v>22.4</c:v>
                </c:pt>
                <c:pt idx="103">
                  <c:v>22.5</c:v>
                </c:pt>
                <c:pt idx="104">
                  <c:v>21.7</c:v>
                </c:pt>
                <c:pt idx="105">
                  <c:v>21.1</c:v>
                </c:pt>
                <c:pt idx="106">
                  <c:v>20.5</c:v>
                </c:pt>
                <c:pt idx="107">
                  <c:v>19.8</c:v>
                </c:pt>
                <c:pt idx="108">
                  <c:v>19.5</c:v>
                </c:pt>
                <c:pt idx="109">
                  <c:v>20.100000000000001</c:v>
                </c:pt>
                <c:pt idx="110">
                  <c:v>20.5</c:v>
                </c:pt>
                <c:pt idx="111">
                  <c:v>20.6</c:v>
                </c:pt>
                <c:pt idx="112">
                  <c:v>20.5</c:v>
                </c:pt>
                <c:pt idx="113">
                  <c:v>20.8</c:v>
                </c:pt>
                <c:pt idx="114">
                  <c:v>20.100000000000001</c:v>
                </c:pt>
                <c:pt idx="115">
                  <c:v>19.899999999999999</c:v>
                </c:pt>
                <c:pt idx="116">
                  <c:v>21.6</c:v>
                </c:pt>
                <c:pt idx="117">
                  <c:v>21</c:v>
                </c:pt>
                <c:pt idx="118">
                  <c:v>21.4</c:v>
                </c:pt>
                <c:pt idx="119">
                  <c:v>20.7</c:v>
                </c:pt>
                <c:pt idx="120">
                  <c:v>18.7</c:v>
                </c:pt>
                <c:pt idx="121">
                  <c:v>15.5</c:v>
                </c:pt>
                <c:pt idx="122">
                  <c:v>14.9</c:v>
                </c:pt>
                <c:pt idx="123">
                  <c:v>16.7</c:v>
                </c:pt>
                <c:pt idx="124">
                  <c:v>15.1</c:v>
                </c:pt>
                <c:pt idx="125">
                  <c:v>16.2</c:v>
                </c:pt>
                <c:pt idx="126">
                  <c:v>15.1</c:v>
                </c:pt>
                <c:pt idx="127">
                  <c:v>17.3</c:v>
                </c:pt>
                <c:pt idx="128">
                  <c:v>18.899999999999999</c:v>
                </c:pt>
                <c:pt idx="129">
                  <c:v>20.2</c:v>
                </c:pt>
                <c:pt idx="130">
                  <c:v>19.5</c:v>
                </c:pt>
                <c:pt idx="131">
                  <c:v>19.7</c:v>
                </c:pt>
                <c:pt idx="132">
                  <c:v>19.7</c:v>
                </c:pt>
                <c:pt idx="133">
                  <c:v>19.399999999999999</c:v>
                </c:pt>
                <c:pt idx="134">
                  <c:v>17.8</c:v>
                </c:pt>
                <c:pt idx="135">
                  <c:v>15.3</c:v>
                </c:pt>
                <c:pt idx="136">
                  <c:v>15.5</c:v>
                </c:pt>
                <c:pt idx="137">
                  <c:v>13.1</c:v>
                </c:pt>
                <c:pt idx="138">
                  <c:v>12.7</c:v>
                </c:pt>
                <c:pt idx="139">
                  <c:v>13.1</c:v>
                </c:pt>
                <c:pt idx="140">
                  <c:v>13.1</c:v>
                </c:pt>
                <c:pt idx="141">
                  <c:v>13.1</c:v>
                </c:pt>
                <c:pt idx="142">
                  <c:v>12.4</c:v>
                </c:pt>
                <c:pt idx="143">
                  <c:v>12.2</c:v>
                </c:pt>
                <c:pt idx="144">
                  <c:v>14.6</c:v>
                </c:pt>
                <c:pt idx="145">
                  <c:v>14.3</c:v>
                </c:pt>
                <c:pt idx="146">
                  <c:v>15</c:v>
                </c:pt>
                <c:pt idx="147">
                  <c:v>16</c:v>
                </c:pt>
                <c:pt idx="148">
                  <c:v>16.600000000000001</c:v>
                </c:pt>
                <c:pt idx="149">
                  <c:v>19.100000000000001</c:v>
                </c:pt>
                <c:pt idx="150">
                  <c:v>18.5</c:v>
                </c:pt>
                <c:pt idx="151">
                  <c:v>19.600000000000001</c:v>
                </c:pt>
                <c:pt idx="152">
                  <c:v>20</c:v>
                </c:pt>
                <c:pt idx="153">
                  <c:v>20.399999999999999</c:v>
                </c:pt>
                <c:pt idx="154">
                  <c:v>21.9</c:v>
                </c:pt>
                <c:pt idx="155">
                  <c:v>21.2</c:v>
                </c:pt>
                <c:pt idx="156">
                  <c:v>21.5</c:v>
                </c:pt>
                <c:pt idx="157">
                  <c:v>21.5</c:v>
                </c:pt>
                <c:pt idx="158">
                  <c:v>20.9</c:v>
                </c:pt>
                <c:pt idx="159">
                  <c:v>21</c:v>
                </c:pt>
                <c:pt idx="160">
                  <c:v>21.7</c:v>
                </c:pt>
                <c:pt idx="161">
                  <c:v>20.6</c:v>
                </c:pt>
                <c:pt idx="162">
                  <c:v>20.8</c:v>
                </c:pt>
                <c:pt idx="163">
                  <c:v>19.899999999999999</c:v>
                </c:pt>
                <c:pt idx="164">
                  <c:v>20.100000000000001</c:v>
                </c:pt>
                <c:pt idx="165">
                  <c:v>19.899999999999999</c:v>
                </c:pt>
                <c:pt idx="166">
                  <c:v>20.5</c:v>
                </c:pt>
                <c:pt idx="167">
                  <c:v>19.600000000000001</c:v>
                </c:pt>
                <c:pt idx="168">
                  <c:v>19.7</c:v>
                </c:pt>
                <c:pt idx="169">
                  <c:v>19.600000000000001</c:v>
                </c:pt>
                <c:pt idx="170">
                  <c:v>19.8</c:v>
                </c:pt>
                <c:pt idx="171">
                  <c:v>20.5</c:v>
                </c:pt>
                <c:pt idx="172">
                  <c:v>21.4</c:v>
                </c:pt>
                <c:pt idx="173">
                  <c:v>21.8</c:v>
                </c:pt>
                <c:pt idx="174">
                  <c:v>22.5</c:v>
                </c:pt>
                <c:pt idx="175">
                  <c:v>21</c:v>
                </c:pt>
                <c:pt idx="176">
                  <c:v>20.6</c:v>
                </c:pt>
                <c:pt idx="177">
                  <c:v>19.600000000000001</c:v>
                </c:pt>
                <c:pt idx="178">
                  <c:v>19.600000000000001</c:v>
                </c:pt>
                <c:pt idx="179">
                  <c:v>19.5</c:v>
                </c:pt>
                <c:pt idx="180">
                  <c:v>19.100000000000001</c:v>
                </c:pt>
                <c:pt idx="181">
                  <c:v>19.7</c:v>
                </c:pt>
                <c:pt idx="182">
                  <c:v>20.3</c:v>
                </c:pt>
                <c:pt idx="183">
                  <c:v>20.399999999999999</c:v>
                </c:pt>
                <c:pt idx="184">
                  <c:v>19.2</c:v>
                </c:pt>
                <c:pt idx="185">
                  <c:v>19.5</c:v>
                </c:pt>
                <c:pt idx="186">
                  <c:v>18.3</c:v>
                </c:pt>
                <c:pt idx="187">
                  <c:v>18.5</c:v>
                </c:pt>
                <c:pt idx="188">
                  <c:v>18</c:v>
                </c:pt>
                <c:pt idx="189">
                  <c:v>17.899999999999999</c:v>
                </c:pt>
                <c:pt idx="190">
                  <c:v>18.2</c:v>
                </c:pt>
                <c:pt idx="191">
                  <c:v>18.399999999999999</c:v>
                </c:pt>
                <c:pt idx="192">
                  <c:v>18.7</c:v>
                </c:pt>
                <c:pt idx="193">
                  <c:v>18.8</c:v>
                </c:pt>
                <c:pt idx="194">
                  <c:v>19.7</c:v>
                </c:pt>
                <c:pt idx="195">
                  <c:v>20.3</c:v>
                </c:pt>
                <c:pt idx="196">
                  <c:v>20.3</c:v>
                </c:pt>
                <c:pt idx="197">
                  <c:v>19.8</c:v>
                </c:pt>
                <c:pt idx="198">
                  <c:v>19.2</c:v>
                </c:pt>
                <c:pt idx="199">
                  <c:v>17.8</c:v>
                </c:pt>
                <c:pt idx="200">
                  <c:v>17.8</c:v>
                </c:pt>
                <c:pt idx="201">
                  <c:v>17.899999999999999</c:v>
                </c:pt>
                <c:pt idx="202">
                  <c:v>16.2</c:v>
                </c:pt>
                <c:pt idx="203">
                  <c:v>14.1</c:v>
                </c:pt>
                <c:pt idx="204">
                  <c:v>14.5</c:v>
                </c:pt>
                <c:pt idx="205">
                  <c:v>14.3</c:v>
                </c:pt>
                <c:pt idx="206">
                  <c:v>14.2</c:v>
                </c:pt>
                <c:pt idx="207">
                  <c:v>14.3</c:v>
                </c:pt>
                <c:pt idx="208">
                  <c:v>14.1</c:v>
                </c:pt>
                <c:pt idx="209">
                  <c:v>14.4</c:v>
                </c:pt>
                <c:pt idx="210">
                  <c:v>15.9</c:v>
                </c:pt>
                <c:pt idx="211">
                  <c:v>14.9</c:v>
                </c:pt>
                <c:pt idx="212">
                  <c:v>15.4</c:v>
                </c:pt>
                <c:pt idx="213">
                  <c:v>15.7</c:v>
                </c:pt>
                <c:pt idx="214">
                  <c:v>15.6</c:v>
                </c:pt>
                <c:pt idx="215">
                  <c:v>15.8</c:v>
                </c:pt>
                <c:pt idx="216">
                  <c:v>15.9</c:v>
                </c:pt>
                <c:pt idx="217">
                  <c:v>15.9</c:v>
                </c:pt>
                <c:pt idx="218">
                  <c:v>15.7</c:v>
                </c:pt>
                <c:pt idx="219">
                  <c:v>15.1</c:v>
                </c:pt>
                <c:pt idx="220">
                  <c:v>15.3</c:v>
                </c:pt>
                <c:pt idx="221">
                  <c:v>15.2</c:v>
                </c:pt>
                <c:pt idx="222">
                  <c:v>14.7</c:v>
                </c:pt>
                <c:pt idx="223">
                  <c:v>14.4</c:v>
                </c:pt>
                <c:pt idx="224">
                  <c:v>14</c:v>
                </c:pt>
                <c:pt idx="225">
                  <c:v>13.8</c:v>
                </c:pt>
                <c:pt idx="226">
                  <c:v>14.4</c:v>
                </c:pt>
                <c:pt idx="227">
                  <c:v>14.7</c:v>
                </c:pt>
                <c:pt idx="228">
                  <c:v>14.3</c:v>
                </c:pt>
                <c:pt idx="229">
                  <c:v>14.4</c:v>
                </c:pt>
                <c:pt idx="230">
                  <c:v>14.3</c:v>
                </c:pt>
                <c:pt idx="231">
                  <c:v>14.1</c:v>
                </c:pt>
                <c:pt idx="232">
                  <c:v>13.9</c:v>
                </c:pt>
                <c:pt idx="233">
                  <c:v>13.9</c:v>
                </c:pt>
                <c:pt idx="234">
                  <c:v>13.9</c:v>
                </c:pt>
                <c:pt idx="235">
                  <c:v>14</c:v>
                </c:pt>
                <c:pt idx="236">
                  <c:v>13.9</c:v>
                </c:pt>
                <c:pt idx="237">
                  <c:v>13.6</c:v>
                </c:pt>
                <c:pt idx="238">
                  <c:v>13.7</c:v>
                </c:pt>
                <c:pt idx="239">
                  <c:v>13.5</c:v>
                </c:pt>
                <c:pt idx="240">
                  <c:v>13.6</c:v>
                </c:pt>
                <c:pt idx="241">
                  <c:v>13.1</c:v>
                </c:pt>
                <c:pt idx="242">
                  <c:v>13.2</c:v>
                </c:pt>
                <c:pt idx="243">
                  <c:v>13.1</c:v>
                </c:pt>
                <c:pt idx="244">
                  <c:v>13.1</c:v>
                </c:pt>
                <c:pt idx="245">
                  <c:v>13</c:v>
                </c:pt>
                <c:pt idx="246">
                  <c:v>13.1</c:v>
                </c:pt>
                <c:pt idx="247">
                  <c:v>13.1</c:v>
                </c:pt>
                <c:pt idx="248">
                  <c:v>13</c:v>
                </c:pt>
                <c:pt idx="249">
                  <c:v>13.5</c:v>
                </c:pt>
                <c:pt idx="250">
                  <c:v>13.9</c:v>
                </c:pt>
                <c:pt idx="251">
                  <c:v>13.6</c:v>
                </c:pt>
                <c:pt idx="252">
                  <c:v>13.9</c:v>
                </c:pt>
                <c:pt idx="253">
                  <c:v>13.6</c:v>
                </c:pt>
                <c:pt idx="254">
                  <c:v>13.4</c:v>
                </c:pt>
                <c:pt idx="255">
                  <c:v>13.4</c:v>
                </c:pt>
                <c:pt idx="256">
                  <c:v>13.5</c:v>
                </c:pt>
                <c:pt idx="257">
                  <c:v>13.4</c:v>
                </c:pt>
                <c:pt idx="258">
                  <c:v>13.4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792-4CA1-9D62-4538A3202615}"/>
            </c:ext>
          </c:extLst>
        </c:ser>
        <c:ser>
          <c:idx val="3"/>
          <c:order val="3"/>
          <c:tx>
            <c:strRef>
              <c:f>Football_Details!$L$1</c:f>
              <c:strCache>
                <c:ptCount val="1"/>
                <c:pt idx="0">
                  <c:v>TSS_Checks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Football_Details!$L$2:$L$260</c:f>
              <c:numCache>
                <c:formatCode>General</c:formatCode>
                <c:ptCount val="259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25</c:v>
                </c:pt>
                <c:pt idx="19">
                  <c:v>25</c:v>
                </c:pt>
                <c:pt idx="20">
                  <c:v>25</c:v>
                </c:pt>
                <c:pt idx="21">
                  <c:v>25</c:v>
                </c:pt>
                <c:pt idx="22">
                  <c:v>25</c:v>
                </c:pt>
                <c:pt idx="23">
                  <c:v>25</c:v>
                </c:pt>
                <c:pt idx="24">
                  <c:v>25</c:v>
                </c:pt>
                <c:pt idx="25">
                  <c:v>25</c:v>
                </c:pt>
                <c:pt idx="26">
                  <c:v>25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25</c:v>
                </c:pt>
                <c:pt idx="31">
                  <c:v>25</c:v>
                </c:pt>
                <c:pt idx="32">
                  <c:v>25</c:v>
                </c:pt>
                <c:pt idx="33">
                  <c:v>25</c:v>
                </c:pt>
                <c:pt idx="34">
                  <c:v>25</c:v>
                </c:pt>
                <c:pt idx="35">
                  <c:v>25</c:v>
                </c:pt>
                <c:pt idx="36">
                  <c:v>25</c:v>
                </c:pt>
                <c:pt idx="37">
                  <c:v>25</c:v>
                </c:pt>
                <c:pt idx="38">
                  <c:v>25</c:v>
                </c:pt>
                <c:pt idx="39">
                  <c:v>25</c:v>
                </c:pt>
                <c:pt idx="40">
                  <c:v>25</c:v>
                </c:pt>
                <c:pt idx="41">
                  <c:v>25</c:v>
                </c:pt>
                <c:pt idx="42">
                  <c:v>25</c:v>
                </c:pt>
                <c:pt idx="43">
                  <c:v>25</c:v>
                </c:pt>
                <c:pt idx="44">
                  <c:v>25</c:v>
                </c:pt>
                <c:pt idx="45">
                  <c:v>25</c:v>
                </c:pt>
                <c:pt idx="46">
                  <c:v>25</c:v>
                </c:pt>
                <c:pt idx="47">
                  <c:v>25</c:v>
                </c:pt>
                <c:pt idx="48">
                  <c:v>25</c:v>
                </c:pt>
                <c:pt idx="49">
                  <c:v>25</c:v>
                </c:pt>
                <c:pt idx="50">
                  <c:v>25</c:v>
                </c:pt>
                <c:pt idx="51">
                  <c:v>25</c:v>
                </c:pt>
                <c:pt idx="52">
                  <c:v>25</c:v>
                </c:pt>
                <c:pt idx="53">
                  <c:v>25</c:v>
                </c:pt>
                <c:pt idx="54">
                  <c:v>25</c:v>
                </c:pt>
                <c:pt idx="55">
                  <c:v>25</c:v>
                </c:pt>
                <c:pt idx="56">
                  <c:v>25</c:v>
                </c:pt>
                <c:pt idx="57">
                  <c:v>25</c:v>
                </c:pt>
                <c:pt idx="58">
                  <c:v>25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25</c:v>
                </c:pt>
                <c:pt idx="67">
                  <c:v>25</c:v>
                </c:pt>
                <c:pt idx="68">
                  <c:v>25</c:v>
                </c:pt>
                <c:pt idx="69">
                  <c:v>25</c:v>
                </c:pt>
                <c:pt idx="70">
                  <c:v>25</c:v>
                </c:pt>
                <c:pt idx="71">
                  <c:v>25</c:v>
                </c:pt>
                <c:pt idx="72">
                  <c:v>25</c:v>
                </c:pt>
                <c:pt idx="73">
                  <c:v>25</c:v>
                </c:pt>
                <c:pt idx="74">
                  <c:v>25</c:v>
                </c:pt>
                <c:pt idx="75">
                  <c:v>25</c:v>
                </c:pt>
                <c:pt idx="76">
                  <c:v>25</c:v>
                </c:pt>
                <c:pt idx="77">
                  <c:v>25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25</c:v>
                </c:pt>
                <c:pt idx="99">
                  <c:v>25</c:v>
                </c:pt>
                <c:pt idx="100">
                  <c:v>25</c:v>
                </c:pt>
                <c:pt idx="101">
                  <c:v>25</c:v>
                </c:pt>
                <c:pt idx="102">
                  <c:v>25</c:v>
                </c:pt>
                <c:pt idx="103">
                  <c:v>25</c:v>
                </c:pt>
                <c:pt idx="104">
                  <c:v>25</c:v>
                </c:pt>
                <c:pt idx="105">
                  <c:v>25</c:v>
                </c:pt>
                <c:pt idx="106">
                  <c:v>25</c:v>
                </c:pt>
                <c:pt idx="107">
                  <c:v>25</c:v>
                </c:pt>
                <c:pt idx="108">
                  <c:v>25</c:v>
                </c:pt>
                <c:pt idx="109">
                  <c:v>25</c:v>
                </c:pt>
                <c:pt idx="110">
                  <c:v>25</c:v>
                </c:pt>
                <c:pt idx="111">
                  <c:v>25</c:v>
                </c:pt>
                <c:pt idx="112">
                  <c:v>25</c:v>
                </c:pt>
                <c:pt idx="113">
                  <c:v>25</c:v>
                </c:pt>
                <c:pt idx="114">
                  <c:v>25</c:v>
                </c:pt>
                <c:pt idx="115">
                  <c:v>25</c:v>
                </c:pt>
                <c:pt idx="116">
                  <c:v>25</c:v>
                </c:pt>
                <c:pt idx="117">
                  <c:v>25</c:v>
                </c:pt>
                <c:pt idx="118">
                  <c:v>25</c:v>
                </c:pt>
                <c:pt idx="119">
                  <c:v>25</c:v>
                </c:pt>
                <c:pt idx="120">
                  <c:v>25</c:v>
                </c:pt>
                <c:pt idx="121">
                  <c:v>25</c:v>
                </c:pt>
                <c:pt idx="122">
                  <c:v>25</c:v>
                </c:pt>
                <c:pt idx="123">
                  <c:v>25</c:v>
                </c:pt>
                <c:pt idx="124">
                  <c:v>25</c:v>
                </c:pt>
                <c:pt idx="125">
                  <c:v>25</c:v>
                </c:pt>
                <c:pt idx="126">
                  <c:v>25</c:v>
                </c:pt>
                <c:pt idx="127">
                  <c:v>25</c:v>
                </c:pt>
                <c:pt idx="128">
                  <c:v>25</c:v>
                </c:pt>
                <c:pt idx="129">
                  <c:v>25</c:v>
                </c:pt>
                <c:pt idx="130">
                  <c:v>25</c:v>
                </c:pt>
                <c:pt idx="131">
                  <c:v>25</c:v>
                </c:pt>
                <c:pt idx="132">
                  <c:v>25</c:v>
                </c:pt>
                <c:pt idx="133">
                  <c:v>25</c:v>
                </c:pt>
                <c:pt idx="134">
                  <c:v>25</c:v>
                </c:pt>
                <c:pt idx="135">
                  <c:v>25</c:v>
                </c:pt>
                <c:pt idx="136">
                  <c:v>25</c:v>
                </c:pt>
                <c:pt idx="137">
                  <c:v>25</c:v>
                </c:pt>
                <c:pt idx="138">
                  <c:v>25</c:v>
                </c:pt>
                <c:pt idx="139">
                  <c:v>25</c:v>
                </c:pt>
                <c:pt idx="140">
                  <c:v>25</c:v>
                </c:pt>
                <c:pt idx="141">
                  <c:v>25</c:v>
                </c:pt>
                <c:pt idx="142">
                  <c:v>25</c:v>
                </c:pt>
                <c:pt idx="143">
                  <c:v>25</c:v>
                </c:pt>
                <c:pt idx="144">
                  <c:v>25</c:v>
                </c:pt>
                <c:pt idx="145">
                  <c:v>25</c:v>
                </c:pt>
                <c:pt idx="146">
                  <c:v>25</c:v>
                </c:pt>
                <c:pt idx="147">
                  <c:v>25</c:v>
                </c:pt>
                <c:pt idx="148">
                  <c:v>25</c:v>
                </c:pt>
                <c:pt idx="149">
                  <c:v>25</c:v>
                </c:pt>
                <c:pt idx="150">
                  <c:v>25</c:v>
                </c:pt>
                <c:pt idx="151">
                  <c:v>25</c:v>
                </c:pt>
                <c:pt idx="152">
                  <c:v>25</c:v>
                </c:pt>
                <c:pt idx="153">
                  <c:v>25</c:v>
                </c:pt>
                <c:pt idx="154">
                  <c:v>25</c:v>
                </c:pt>
                <c:pt idx="155">
                  <c:v>25</c:v>
                </c:pt>
                <c:pt idx="156">
                  <c:v>25</c:v>
                </c:pt>
                <c:pt idx="157">
                  <c:v>25</c:v>
                </c:pt>
                <c:pt idx="158">
                  <c:v>25</c:v>
                </c:pt>
                <c:pt idx="159">
                  <c:v>25</c:v>
                </c:pt>
                <c:pt idx="160">
                  <c:v>25</c:v>
                </c:pt>
                <c:pt idx="161">
                  <c:v>25</c:v>
                </c:pt>
                <c:pt idx="162">
                  <c:v>25</c:v>
                </c:pt>
                <c:pt idx="163">
                  <c:v>25</c:v>
                </c:pt>
                <c:pt idx="164">
                  <c:v>25</c:v>
                </c:pt>
                <c:pt idx="165">
                  <c:v>25</c:v>
                </c:pt>
                <c:pt idx="166">
                  <c:v>25</c:v>
                </c:pt>
                <c:pt idx="167">
                  <c:v>25</c:v>
                </c:pt>
                <c:pt idx="168">
                  <c:v>25</c:v>
                </c:pt>
                <c:pt idx="169">
                  <c:v>25</c:v>
                </c:pt>
                <c:pt idx="170">
                  <c:v>25</c:v>
                </c:pt>
                <c:pt idx="171">
                  <c:v>25</c:v>
                </c:pt>
                <c:pt idx="172">
                  <c:v>25</c:v>
                </c:pt>
                <c:pt idx="173">
                  <c:v>25</c:v>
                </c:pt>
                <c:pt idx="174">
                  <c:v>25</c:v>
                </c:pt>
                <c:pt idx="175">
                  <c:v>25</c:v>
                </c:pt>
                <c:pt idx="176">
                  <c:v>25</c:v>
                </c:pt>
                <c:pt idx="177">
                  <c:v>25</c:v>
                </c:pt>
                <c:pt idx="178">
                  <c:v>25</c:v>
                </c:pt>
                <c:pt idx="179">
                  <c:v>25</c:v>
                </c:pt>
                <c:pt idx="180">
                  <c:v>25</c:v>
                </c:pt>
                <c:pt idx="181">
                  <c:v>25</c:v>
                </c:pt>
                <c:pt idx="182">
                  <c:v>25</c:v>
                </c:pt>
                <c:pt idx="183">
                  <c:v>25</c:v>
                </c:pt>
                <c:pt idx="184">
                  <c:v>25</c:v>
                </c:pt>
                <c:pt idx="185">
                  <c:v>25</c:v>
                </c:pt>
                <c:pt idx="186">
                  <c:v>25</c:v>
                </c:pt>
                <c:pt idx="187">
                  <c:v>25</c:v>
                </c:pt>
                <c:pt idx="188">
                  <c:v>25</c:v>
                </c:pt>
                <c:pt idx="189">
                  <c:v>25</c:v>
                </c:pt>
                <c:pt idx="190">
                  <c:v>25</c:v>
                </c:pt>
                <c:pt idx="191">
                  <c:v>25</c:v>
                </c:pt>
                <c:pt idx="192">
                  <c:v>25</c:v>
                </c:pt>
                <c:pt idx="193">
                  <c:v>25</c:v>
                </c:pt>
                <c:pt idx="194">
                  <c:v>25</c:v>
                </c:pt>
                <c:pt idx="195">
                  <c:v>25</c:v>
                </c:pt>
                <c:pt idx="196">
                  <c:v>25</c:v>
                </c:pt>
                <c:pt idx="197">
                  <c:v>25</c:v>
                </c:pt>
                <c:pt idx="198">
                  <c:v>25</c:v>
                </c:pt>
                <c:pt idx="199">
                  <c:v>25</c:v>
                </c:pt>
                <c:pt idx="200">
                  <c:v>25</c:v>
                </c:pt>
                <c:pt idx="201">
                  <c:v>25</c:v>
                </c:pt>
                <c:pt idx="202">
                  <c:v>25</c:v>
                </c:pt>
                <c:pt idx="203">
                  <c:v>25</c:v>
                </c:pt>
                <c:pt idx="204">
                  <c:v>25</c:v>
                </c:pt>
                <c:pt idx="205">
                  <c:v>25</c:v>
                </c:pt>
                <c:pt idx="206">
                  <c:v>25</c:v>
                </c:pt>
                <c:pt idx="207">
                  <c:v>25</c:v>
                </c:pt>
                <c:pt idx="208">
                  <c:v>25</c:v>
                </c:pt>
                <c:pt idx="209">
                  <c:v>25</c:v>
                </c:pt>
                <c:pt idx="210">
                  <c:v>25</c:v>
                </c:pt>
                <c:pt idx="211">
                  <c:v>25</c:v>
                </c:pt>
                <c:pt idx="212">
                  <c:v>25</c:v>
                </c:pt>
                <c:pt idx="213">
                  <c:v>25</c:v>
                </c:pt>
                <c:pt idx="214">
                  <c:v>25</c:v>
                </c:pt>
                <c:pt idx="215">
                  <c:v>25</c:v>
                </c:pt>
                <c:pt idx="216">
                  <c:v>25</c:v>
                </c:pt>
                <c:pt idx="217">
                  <c:v>25</c:v>
                </c:pt>
                <c:pt idx="218">
                  <c:v>25</c:v>
                </c:pt>
                <c:pt idx="219">
                  <c:v>25</c:v>
                </c:pt>
                <c:pt idx="220">
                  <c:v>25</c:v>
                </c:pt>
                <c:pt idx="221">
                  <c:v>25</c:v>
                </c:pt>
                <c:pt idx="222">
                  <c:v>25</c:v>
                </c:pt>
                <c:pt idx="223">
                  <c:v>25</c:v>
                </c:pt>
                <c:pt idx="224">
                  <c:v>25</c:v>
                </c:pt>
                <c:pt idx="225">
                  <c:v>25</c:v>
                </c:pt>
                <c:pt idx="226">
                  <c:v>25</c:v>
                </c:pt>
                <c:pt idx="227">
                  <c:v>25</c:v>
                </c:pt>
                <c:pt idx="228">
                  <c:v>25</c:v>
                </c:pt>
                <c:pt idx="229">
                  <c:v>25</c:v>
                </c:pt>
                <c:pt idx="230">
                  <c:v>25</c:v>
                </c:pt>
                <c:pt idx="231">
                  <c:v>25</c:v>
                </c:pt>
                <c:pt idx="232">
                  <c:v>25</c:v>
                </c:pt>
                <c:pt idx="233">
                  <c:v>25</c:v>
                </c:pt>
                <c:pt idx="234">
                  <c:v>25</c:v>
                </c:pt>
                <c:pt idx="235">
                  <c:v>25</c:v>
                </c:pt>
                <c:pt idx="236">
                  <c:v>25</c:v>
                </c:pt>
                <c:pt idx="237">
                  <c:v>25</c:v>
                </c:pt>
                <c:pt idx="238">
                  <c:v>25</c:v>
                </c:pt>
                <c:pt idx="239">
                  <c:v>25</c:v>
                </c:pt>
                <c:pt idx="240">
                  <c:v>25</c:v>
                </c:pt>
                <c:pt idx="241">
                  <c:v>25</c:v>
                </c:pt>
                <c:pt idx="242">
                  <c:v>25</c:v>
                </c:pt>
                <c:pt idx="243">
                  <c:v>25</c:v>
                </c:pt>
                <c:pt idx="244">
                  <c:v>25</c:v>
                </c:pt>
                <c:pt idx="245">
                  <c:v>25</c:v>
                </c:pt>
                <c:pt idx="246">
                  <c:v>25</c:v>
                </c:pt>
                <c:pt idx="247">
                  <c:v>25</c:v>
                </c:pt>
                <c:pt idx="248">
                  <c:v>25</c:v>
                </c:pt>
                <c:pt idx="249">
                  <c:v>25</c:v>
                </c:pt>
                <c:pt idx="250">
                  <c:v>25</c:v>
                </c:pt>
                <c:pt idx="251">
                  <c:v>25</c:v>
                </c:pt>
                <c:pt idx="252">
                  <c:v>25</c:v>
                </c:pt>
                <c:pt idx="253">
                  <c:v>25</c:v>
                </c:pt>
                <c:pt idx="254">
                  <c:v>25</c:v>
                </c:pt>
                <c:pt idx="255">
                  <c:v>25</c:v>
                </c:pt>
                <c:pt idx="256">
                  <c:v>25</c:v>
                </c:pt>
                <c:pt idx="257">
                  <c:v>25</c:v>
                </c:pt>
                <c:pt idx="258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792-4CA1-9D62-4538A32026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4514431"/>
        <c:axId val="306580655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Football_Details!$C$1</c15:sqref>
                        </c15:formulaRef>
                      </c:ext>
                    </c:extLst>
                    <c:strCache>
                      <c:ptCount val="1"/>
                      <c:pt idx="0">
                        <c:v>FullSearch_Checks</c:v>
                      </c:pt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Football_Details!$A$2:$A$260</c15:sqref>
                        </c15:formulaRef>
                      </c:ext>
                    </c:extLst>
                    <c:numCache>
                      <c:formatCode>General</c:formatCode>
                      <c:ptCount val="259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  <c:pt idx="32">
                        <c:v>32</c:v>
                      </c:pt>
                      <c:pt idx="33">
                        <c:v>33</c:v>
                      </c:pt>
                      <c:pt idx="34">
                        <c:v>34</c:v>
                      </c:pt>
                      <c:pt idx="35">
                        <c:v>35</c:v>
                      </c:pt>
                      <c:pt idx="36">
                        <c:v>36</c:v>
                      </c:pt>
                      <c:pt idx="37">
                        <c:v>37</c:v>
                      </c:pt>
                      <c:pt idx="38">
                        <c:v>38</c:v>
                      </c:pt>
                      <c:pt idx="39">
                        <c:v>39</c:v>
                      </c:pt>
                      <c:pt idx="40">
                        <c:v>40</c:v>
                      </c:pt>
                      <c:pt idx="41">
                        <c:v>41</c:v>
                      </c:pt>
                      <c:pt idx="42">
                        <c:v>42</c:v>
                      </c:pt>
                      <c:pt idx="43">
                        <c:v>43</c:v>
                      </c:pt>
                      <c:pt idx="44">
                        <c:v>44</c:v>
                      </c:pt>
                      <c:pt idx="45">
                        <c:v>45</c:v>
                      </c:pt>
                      <c:pt idx="46">
                        <c:v>46</c:v>
                      </c:pt>
                      <c:pt idx="47">
                        <c:v>47</c:v>
                      </c:pt>
                      <c:pt idx="48">
                        <c:v>48</c:v>
                      </c:pt>
                      <c:pt idx="49">
                        <c:v>49</c:v>
                      </c:pt>
                      <c:pt idx="50">
                        <c:v>50</c:v>
                      </c:pt>
                      <c:pt idx="51">
                        <c:v>51</c:v>
                      </c:pt>
                      <c:pt idx="52">
                        <c:v>52</c:v>
                      </c:pt>
                      <c:pt idx="53">
                        <c:v>53</c:v>
                      </c:pt>
                      <c:pt idx="54">
                        <c:v>54</c:v>
                      </c:pt>
                      <c:pt idx="55">
                        <c:v>55</c:v>
                      </c:pt>
                      <c:pt idx="56">
                        <c:v>56</c:v>
                      </c:pt>
                      <c:pt idx="57">
                        <c:v>57</c:v>
                      </c:pt>
                      <c:pt idx="58">
                        <c:v>58</c:v>
                      </c:pt>
                      <c:pt idx="59">
                        <c:v>59</c:v>
                      </c:pt>
                      <c:pt idx="60">
                        <c:v>60</c:v>
                      </c:pt>
                      <c:pt idx="61">
                        <c:v>61</c:v>
                      </c:pt>
                      <c:pt idx="62">
                        <c:v>62</c:v>
                      </c:pt>
                      <c:pt idx="63">
                        <c:v>63</c:v>
                      </c:pt>
                      <c:pt idx="64">
                        <c:v>64</c:v>
                      </c:pt>
                      <c:pt idx="65">
                        <c:v>65</c:v>
                      </c:pt>
                      <c:pt idx="66">
                        <c:v>66</c:v>
                      </c:pt>
                      <c:pt idx="67">
                        <c:v>67</c:v>
                      </c:pt>
                      <c:pt idx="68">
                        <c:v>68</c:v>
                      </c:pt>
                      <c:pt idx="69">
                        <c:v>69</c:v>
                      </c:pt>
                      <c:pt idx="70">
                        <c:v>70</c:v>
                      </c:pt>
                      <c:pt idx="71">
                        <c:v>71</c:v>
                      </c:pt>
                      <c:pt idx="72">
                        <c:v>72</c:v>
                      </c:pt>
                      <c:pt idx="73">
                        <c:v>73</c:v>
                      </c:pt>
                      <c:pt idx="74">
                        <c:v>74</c:v>
                      </c:pt>
                      <c:pt idx="75">
                        <c:v>75</c:v>
                      </c:pt>
                      <c:pt idx="76">
                        <c:v>76</c:v>
                      </c:pt>
                      <c:pt idx="77">
                        <c:v>77</c:v>
                      </c:pt>
                      <c:pt idx="78">
                        <c:v>78</c:v>
                      </c:pt>
                      <c:pt idx="79">
                        <c:v>79</c:v>
                      </c:pt>
                      <c:pt idx="80">
                        <c:v>80</c:v>
                      </c:pt>
                      <c:pt idx="81">
                        <c:v>81</c:v>
                      </c:pt>
                      <c:pt idx="82">
                        <c:v>82</c:v>
                      </c:pt>
                      <c:pt idx="83">
                        <c:v>83</c:v>
                      </c:pt>
                      <c:pt idx="84">
                        <c:v>84</c:v>
                      </c:pt>
                      <c:pt idx="85">
                        <c:v>85</c:v>
                      </c:pt>
                      <c:pt idx="86">
                        <c:v>86</c:v>
                      </c:pt>
                      <c:pt idx="87">
                        <c:v>87</c:v>
                      </c:pt>
                      <c:pt idx="88">
                        <c:v>88</c:v>
                      </c:pt>
                      <c:pt idx="89">
                        <c:v>89</c:v>
                      </c:pt>
                      <c:pt idx="90">
                        <c:v>90</c:v>
                      </c:pt>
                      <c:pt idx="91">
                        <c:v>91</c:v>
                      </c:pt>
                      <c:pt idx="92">
                        <c:v>92</c:v>
                      </c:pt>
                      <c:pt idx="93">
                        <c:v>93</c:v>
                      </c:pt>
                      <c:pt idx="94">
                        <c:v>94</c:v>
                      </c:pt>
                      <c:pt idx="95">
                        <c:v>95</c:v>
                      </c:pt>
                      <c:pt idx="96">
                        <c:v>96</c:v>
                      </c:pt>
                      <c:pt idx="97">
                        <c:v>97</c:v>
                      </c:pt>
                      <c:pt idx="98">
                        <c:v>98</c:v>
                      </c:pt>
                      <c:pt idx="99">
                        <c:v>99</c:v>
                      </c:pt>
                      <c:pt idx="100">
                        <c:v>100</c:v>
                      </c:pt>
                      <c:pt idx="101">
                        <c:v>101</c:v>
                      </c:pt>
                      <c:pt idx="102">
                        <c:v>102</c:v>
                      </c:pt>
                      <c:pt idx="103">
                        <c:v>103</c:v>
                      </c:pt>
                      <c:pt idx="104">
                        <c:v>104</c:v>
                      </c:pt>
                      <c:pt idx="105">
                        <c:v>105</c:v>
                      </c:pt>
                      <c:pt idx="106">
                        <c:v>106</c:v>
                      </c:pt>
                      <c:pt idx="107">
                        <c:v>107</c:v>
                      </c:pt>
                      <c:pt idx="108">
                        <c:v>108</c:v>
                      </c:pt>
                      <c:pt idx="109">
                        <c:v>109</c:v>
                      </c:pt>
                      <c:pt idx="110">
                        <c:v>110</c:v>
                      </c:pt>
                      <c:pt idx="111">
                        <c:v>111</c:v>
                      </c:pt>
                      <c:pt idx="112">
                        <c:v>112</c:v>
                      </c:pt>
                      <c:pt idx="113">
                        <c:v>113</c:v>
                      </c:pt>
                      <c:pt idx="114">
                        <c:v>114</c:v>
                      </c:pt>
                      <c:pt idx="115">
                        <c:v>115</c:v>
                      </c:pt>
                      <c:pt idx="116">
                        <c:v>116</c:v>
                      </c:pt>
                      <c:pt idx="117">
                        <c:v>117</c:v>
                      </c:pt>
                      <c:pt idx="118">
                        <c:v>118</c:v>
                      </c:pt>
                      <c:pt idx="119">
                        <c:v>119</c:v>
                      </c:pt>
                      <c:pt idx="120">
                        <c:v>120</c:v>
                      </c:pt>
                      <c:pt idx="121">
                        <c:v>121</c:v>
                      </c:pt>
                      <c:pt idx="122">
                        <c:v>122</c:v>
                      </c:pt>
                      <c:pt idx="123">
                        <c:v>123</c:v>
                      </c:pt>
                      <c:pt idx="124">
                        <c:v>124</c:v>
                      </c:pt>
                      <c:pt idx="125">
                        <c:v>125</c:v>
                      </c:pt>
                      <c:pt idx="126">
                        <c:v>126</c:v>
                      </c:pt>
                      <c:pt idx="127">
                        <c:v>127</c:v>
                      </c:pt>
                      <c:pt idx="128">
                        <c:v>128</c:v>
                      </c:pt>
                      <c:pt idx="129">
                        <c:v>129</c:v>
                      </c:pt>
                      <c:pt idx="130">
                        <c:v>130</c:v>
                      </c:pt>
                      <c:pt idx="131">
                        <c:v>131</c:v>
                      </c:pt>
                      <c:pt idx="132">
                        <c:v>132</c:v>
                      </c:pt>
                      <c:pt idx="133">
                        <c:v>133</c:v>
                      </c:pt>
                      <c:pt idx="134">
                        <c:v>134</c:v>
                      </c:pt>
                      <c:pt idx="135">
                        <c:v>135</c:v>
                      </c:pt>
                      <c:pt idx="136">
                        <c:v>136</c:v>
                      </c:pt>
                      <c:pt idx="137">
                        <c:v>137</c:v>
                      </c:pt>
                      <c:pt idx="138">
                        <c:v>138</c:v>
                      </c:pt>
                      <c:pt idx="139">
                        <c:v>139</c:v>
                      </c:pt>
                      <c:pt idx="140">
                        <c:v>140</c:v>
                      </c:pt>
                      <c:pt idx="141">
                        <c:v>141</c:v>
                      </c:pt>
                      <c:pt idx="142">
                        <c:v>142</c:v>
                      </c:pt>
                      <c:pt idx="143">
                        <c:v>143</c:v>
                      </c:pt>
                      <c:pt idx="144">
                        <c:v>144</c:v>
                      </c:pt>
                      <c:pt idx="145">
                        <c:v>145</c:v>
                      </c:pt>
                      <c:pt idx="146">
                        <c:v>146</c:v>
                      </c:pt>
                      <c:pt idx="147">
                        <c:v>147</c:v>
                      </c:pt>
                      <c:pt idx="148">
                        <c:v>148</c:v>
                      </c:pt>
                      <c:pt idx="149">
                        <c:v>149</c:v>
                      </c:pt>
                      <c:pt idx="150">
                        <c:v>150</c:v>
                      </c:pt>
                      <c:pt idx="151">
                        <c:v>151</c:v>
                      </c:pt>
                      <c:pt idx="152">
                        <c:v>152</c:v>
                      </c:pt>
                      <c:pt idx="153">
                        <c:v>153</c:v>
                      </c:pt>
                      <c:pt idx="154">
                        <c:v>154</c:v>
                      </c:pt>
                      <c:pt idx="155">
                        <c:v>155</c:v>
                      </c:pt>
                      <c:pt idx="156">
                        <c:v>156</c:v>
                      </c:pt>
                      <c:pt idx="157">
                        <c:v>157</c:v>
                      </c:pt>
                      <c:pt idx="158">
                        <c:v>158</c:v>
                      </c:pt>
                      <c:pt idx="159">
                        <c:v>159</c:v>
                      </c:pt>
                      <c:pt idx="160">
                        <c:v>160</c:v>
                      </c:pt>
                      <c:pt idx="161">
                        <c:v>161</c:v>
                      </c:pt>
                      <c:pt idx="162">
                        <c:v>162</c:v>
                      </c:pt>
                      <c:pt idx="163">
                        <c:v>163</c:v>
                      </c:pt>
                      <c:pt idx="164">
                        <c:v>164</c:v>
                      </c:pt>
                      <c:pt idx="165">
                        <c:v>165</c:v>
                      </c:pt>
                      <c:pt idx="166">
                        <c:v>166</c:v>
                      </c:pt>
                      <c:pt idx="167">
                        <c:v>167</c:v>
                      </c:pt>
                      <c:pt idx="168">
                        <c:v>168</c:v>
                      </c:pt>
                      <c:pt idx="169">
                        <c:v>169</c:v>
                      </c:pt>
                      <c:pt idx="170">
                        <c:v>170</c:v>
                      </c:pt>
                      <c:pt idx="171">
                        <c:v>171</c:v>
                      </c:pt>
                      <c:pt idx="172">
                        <c:v>172</c:v>
                      </c:pt>
                      <c:pt idx="173">
                        <c:v>173</c:v>
                      </c:pt>
                      <c:pt idx="174">
                        <c:v>174</c:v>
                      </c:pt>
                      <c:pt idx="175">
                        <c:v>175</c:v>
                      </c:pt>
                      <c:pt idx="176">
                        <c:v>176</c:v>
                      </c:pt>
                      <c:pt idx="177">
                        <c:v>177</c:v>
                      </c:pt>
                      <c:pt idx="178">
                        <c:v>178</c:v>
                      </c:pt>
                      <c:pt idx="179">
                        <c:v>179</c:v>
                      </c:pt>
                      <c:pt idx="180">
                        <c:v>180</c:v>
                      </c:pt>
                      <c:pt idx="181">
                        <c:v>181</c:v>
                      </c:pt>
                      <c:pt idx="182">
                        <c:v>182</c:v>
                      </c:pt>
                      <c:pt idx="183">
                        <c:v>183</c:v>
                      </c:pt>
                      <c:pt idx="184">
                        <c:v>184</c:v>
                      </c:pt>
                      <c:pt idx="185">
                        <c:v>185</c:v>
                      </c:pt>
                      <c:pt idx="186">
                        <c:v>186</c:v>
                      </c:pt>
                      <c:pt idx="187">
                        <c:v>187</c:v>
                      </c:pt>
                      <c:pt idx="188">
                        <c:v>188</c:v>
                      </c:pt>
                      <c:pt idx="189">
                        <c:v>189</c:v>
                      </c:pt>
                      <c:pt idx="190">
                        <c:v>190</c:v>
                      </c:pt>
                      <c:pt idx="191">
                        <c:v>191</c:v>
                      </c:pt>
                      <c:pt idx="192">
                        <c:v>192</c:v>
                      </c:pt>
                      <c:pt idx="193">
                        <c:v>193</c:v>
                      </c:pt>
                      <c:pt idx="194">
                        <c:v>194</c:v>
                      </c:pt>
                      <c:pt idx="195">
                        <c:v>195</c:v>
                      </c:pt>
                      <c:pt idx="196">
                        <c:v>196</c:v>
                      </c:pt>
                      <c:pt idx="197">
                        <c:v>197</c:v>
                      </c:pt>
                      <c:pt idx="198">
                        <c:v>198</c:v>
                      </c:pt>
                      <c:pt idx="199">
                        <c:v>199</c:v>
                      </c:pt>
                      <c:pt idx="200">
                        <c:v>200</c:v>
                      </c:pt>
                      <c:pt idx="201">
                        <c:v>201</c:v>
                      </c:pt>
                      <c:pt idx="202">
                        <c:v>202</c:v>
                      </c:pt>
                      <c:pt idx="203">
                        <c:v>203</c:v>
                      </c:pt>
                      <c:pt idx="204">
                        <c:v>204</c:v>
                      </c:pt>
                      <c:pt idx="205">
                        <c:v>205</c:v>
                      </c:pt>
                      <c:pt idx="206">
                        <c:v>206</c:v>
                      </c:pt>
                      <c:pt idx="207">
                        <c:v>207</c:v>
                      </c:pt>
                      <c:pt idx="208">
                        <c:v>208</c:v>
                      </c:pt>
                      <c:pt idx="209">
                        <c:v>209</c:v>
                      </c:pt>
                      <c:pt idx="210">
                        <c:v>210</c:v>
                      </c:pt>
                      <c:pt idx="211">
                        <c:v>211</c:v>
                      </c:pt>
                      <c:pt idx="212">
                        <c:v>212</c:v>
                      </c:pt>
                      <c:pt idx="213">
                        <c:v>213</c:v>
                      </c:pt>
                      <c:pt idx="214">
                        <c:v>214</c:v>
                      </c:pt>
                      <c:pt idx="215">
                        <c:v>215</c:v>
                      </c:pt>
                      <c:pt idx="216">
                        <c:v>216</c:v>
                      </c:pt>
                      <c:pt idx="217">
                        <c:v>217</c:v>
                      </c:pt>
                      <c:pt idx="218">
                        <c:v>218</c:v>
                      </c:pt>
                      <c:pt idx="219">
                        <c:v>219</c:v>
                      </c:pt>
                      <c:pt idx="220">
                        <c:v>220</c:v>
                      </c:pt>
                      <c:pt idx="221">
                        <c:v>221</c:v>
                      </c:pt>
                      <c:pt idx="222">
                        <c:v>222</c:v>
                      </c:pt>
                      <c:pt idx="223">
                        <c:v>223</c:v>
                      </c:pt>
                      <c:pt idx="224">
                        <c:v>224</c:v>
                      </c:pt>
                      <c:pt idx="225">
                        <c:v>225</c:v>
                      </c:pt>
                      <c:pt idx="226">
                        <c:v>226</c:v>
                      </c:pt>
                      <c:pt idx="227">
                        <c:v>227</c:v>
                      </c:pt>
                      <c:pt idx="228">
                        <c:v>228</c:v>
                      </c:pt>
                      <c:pt idx="229">
                        <c:v>229</c:v>
                      </c:pt>
                      <c:pt idx="230">
                        <c:v>230</c:v>
                      </c:pt>
                      <c:pt idx="231">
                        <c:v>231</c:v>
                      </c:pt>
                      <c:pt idx="232">
                        <c:v>232</c:v>
                      </c:pt>
                      <c:pt idx="233">
                        <c:v>233</c:v>
                      </c:pt>
                      <c:pt idx="234">
                        <c:v>234</c:v>
                      </c:pt>
                      <c:pt idx="235">
                        <c:v>235</c:v>
                      </c:pt>
                      <c:pt idx="236">
                        <c:v>236</c:v>
                      </c:pt>
                      <c:pt idx="237">
                        <c:v>237</c:v>
                      </c:pt>
                      <c:pt idx="238">
                        <c:v>238</c:v>
                      </c:pt>
                      <c:pt idx="239">
                        <c:v>239</c:v>
                      </c:pt>
                      <c:pt idx="240">
                        <c:v>240</c:v>
                      </c:pt>
                      <c:pt idx="241">
                        <c:v>241</c:v>
                      </c:pt>
                      <c:pt idx="242">
                        <c:v>242</c:v>
                      </c:pt>
                      <c:pt idx="243">
                        <c:v>243</c:v>
                      </c:pt>
                      <c:pt idx="244">
                        <c:v>244</c:v>
                      </c:pt>
                      <c:pt idx="245">
                        <c:v>245</c:v>
                      </c:pt>
                      <c:pt idx="246">
                        <c:v>246</c:v>
                      </c:pt>
                      <c:pt idx="247">
                        <c:v>247</c:v>
                      </c:pt>
                      <c:pt idx="248">
                        <c:v>248</c:v>
                      </c:pt>
                      <c:pt idx="249">
                        <c:v>249</c:v>
                      </c:pt>
                      <c:pt idx="250">
                        <c:v>250</c:v>
                      </c:pt>
                      <c:pt idx="251">
                        <c:v>251</c:v>
                      </c:pt>
                      <c:pt idx="252">
                        <c:v>252</c:v>
                      </c:pt>
                      <c:pt idx="253">
                        <c:v>253</c:v>
                      </c:pt>
                      <c:pt idx="254">
                        <c:v>254</c:v>
                      </c:pt>
                      <c:pt idx="255">
                        <c:v>255</c:v>
                      </c:pt>
                      <c:pt idx="256">
                        <c:v>256</c:v>
                      </c:pt>
                      <c:pt idx="257">
                        <c:v>257</c:v>
                      </c:pt>
                      <c:pt idx="258">
                        <c:v>258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Football_Details!$C$2:$C$260</c15:sqref>
                        </c15:formulaRef>
                      </c:ext>
                    </c:extLst>
                    <c:numCache>
                      <c:formatCode>General</c:formatCode>
                      <c:ptCount val="259"/>
                      <c:pt idx="0">
                        <c:v>4225</c:v>
                      </c:pt>
                      <c:pt idx="1">
                        <c:v>4225</c:v>
                      </c:pt>
                      <c:pt idx="2">
                        <c:v>4225</c:v>
                      </c:pt>
                      <c:pt idx="3">
                        <c:v>4225</c:v>
                      </c:pt>
                      <c:pt idx="4">
                        <c:v>4225</c:v>
                      </c:pt>
                      <c:pt idx="5">
                        <c:v>4225</c:v>
                      </c:pt>
                      <c:pt idx="6">
                        <c:v>4225</c:v>
                      </c:pt>
                      <c:pt idx="7">
                        <c:v>4225</c:v>
                      </c:pt>
                      <c:pt idx="8">
                        <c:v>4225</c:v>
                      </c:pt>
                      <c:pt idx="9">
                        <c:v>4225</c:v>
                      </c:pt>
                      <c:pt idx="10">
                        <c:v>4225</c:v>
                      </c:pt>
                      <c:pt idx="11">
                        <c:v>4225</c:v>
                      </c:pt>
                      <c:pt idx="12">
                        <c:v>4225</c:v>
                      </c:pt>
                      <c:pt idx="13">
                        <c:v>4225</c:v>
                      </c:pt>
                      <c:pt idx="14">
                        <c:v>4225</c:v>
                      </c:pt>
                      <c:pt idx="15">
                        <c:v>4225</c:v>
                      </c:pt>
                      <c:pt idx="16">
                        <c:v>4225</c:v>
                      </c:pt>
                      <c:pt idx="17">
                        <c:v>4225</c:v>
                      </c:pt>
                      <c:pt idx="18">
                        <c:v>4225</c:v>
                      </c:pt>
                      <c:pt idx="19">
                        <c:v>4225</c:v>
                      </c:pt>
                      <c:pt idx="20">
                        <c:v>4225</c:v>
                      </c:pt>
                      <c:pt idx="21">
                        <c:v>4225</c:v>
                      </c:pt>
                      <c:pt idx="22">
                        <c:v>4225</c:v>
                      </c:pt>
                      <c:pt idx="23">
                        <c:v>4225</c:v>
                      </c:pt>
                      <c:pt idx="24">
                        <c:v>4225</c:v>
                      </c:pt>
                      <c:pt idx="25">
                        <c:v>4225</c:v>
                      </c:pt>
                      <c:pt idx="26">
                        <c:v>4225</c:v>
                      </c:pt>
                      <c:pt idx="27">
                        <c:v>4225</c:v>
                      </c:pt>
                      <c:pt idx="28">
                        <c:v>4225</c:v>
                      </c:pt>
                      <c:pt idx="29">
                        <c:v>4225</c:v>
                      </c:pt>
                      <c:pt idx="30">
                        <c:v>4225</c:v>
                      </c:pt>
                      <c:pt idx="31">
                        <c:v>4225</c:v>
                      </c:pt>
                      <c:pt idx="32">
                        <c:v>4225</c:v>
                      </c:pt>
                      <c:pt idx="33">
                        <c:v>4225</c:v>
                      </c:pt>
                      <c:pt idx="34">
                        <c:v>4225</c:v>
                      </c:pt>
                      <c:pt idx="35">
                        <c:v>4225</c:v>
                      </c:pt>
                      <c:pt idx="36">
                        <c:v>4225</c:v>
                      </c:pt>
                      <c:pt idx="37">
                        <c:v>4225</c:v>
                      </c:pt>
                      <c:pt idx="38">
                        <c:v>4225</c:v>
                      </c:pt>
                      <c:pt idx="39">
                        <c:v>4225</c:v>
                      </c:pt>
                      <c:pt idx="40">
                        <c:v>4225</c:v>
                      </c:pt>
                      <c:pt idx="41">
                        <c:v>4225</c:v>
                      </c:pt>
                      <c:pt idx="42">
                        <c:v>4225</c:v>
                      </c:pt>
                      <c:pt idx="43">
                        <c:v>4225</c:v>
                      </c:pt>
                      <c:pt idx="44">
                        <c:v>4225</c:v>
                      </c:pt>
                      <c:pt idx="45">
                        <c:v>4225</c:v>
                      </c:pt>
                      <c:pt idx="46">
                        <c:v>4225</c:v>
                      </c:pt>
                      <c:pt idx="47">
                        <c:v>4225</c:v>
                      </c:pt>
                      <c:pt idx="48">
                        <c:v>4225</c:v>
                      </c:pt>
                      <c:pt idx="49">
                        <c:v>4225</c:v>
                      </c:pt>
                      <c:pt idx="50">
                        <c:v>4225</c:v>
                      </c:pt>
                      <c:pt idx="51">
                        <c:v>4225</c:v>
                      </c:pt>
                      <c:pt idx="52">
                        <c:v>4225</c:v>
                      </c:pt>
                      <c:pt idx="53">
                        <c:v>4225</c:v>
                      </c:pt>
                      <c:pt idx="54">
                        <c:v>4225</c:v>
                      </c:pt>
                      <c:pt idx="55">
                        <c:v>4225</c:v>
                      </c:pt>
                      <c:pt idx="56">
                        <c:v>4225</c:v>
                      </c:pt>
                      <c:pt idx="57">
                        <c:v>4225</c:v>
                      </c:pt>
                      <c:pt idx="58">
                        <c:v>4225</c:v>
                      </c:pt>
                      <c:pt idx="59">
                        <c:v>4225</c:v>
                      </c:pt>
                      <c:pt idx="60">
                        <c:v>4225</c:v>
                      </c:pt>
                      <c:pt idx="61">
                        <c:v>4225</c:v>
                      </c:pt>
                      <c:pt idx="62">
                        <c:v>4225</c:v>
                      </c:pt>
                      <c:pt idx="63">
                        <c:v>4225</c:v>
                      </c:pt>
                      <c:pt idx="64">
                        <c:v>4225</c:v>
                      </c:pt>
                      <c:pt idx="65">
                        <c:v>4225</c:v>
                      </c:pt>
                      <c:pt idx="66">
                        <c:v>4225</c:v>
                      </c:pt>
                      <c:pt idx="67">
                        <c:v>4225</c:v>
                      </c:pt>
                      <c:pt idx="68">
                        <c:v>4225</c:v>
                      </c:pt>
                      <c:pt idx="69">
                        <c:v>4225</c:v>
                      </c:pt>
                      <c:pt idx="70">
                        <c:v>4225</c:v>
                      </c:pt>
                      <c:pt idx="71">
                        <c:v>4225</c:v>
                      </c:pt>
                      <c:pt idx="72">
                        <c:v>4225</c:v>
                      </c:pt>
                      <c:pt idx="73">
                        <c:v>4225</c:v>
                      </c:pt>
                      <c:pt idx="74">
                        <c:v>4225</c:v>
                      </c:pt>
                      <c:pt idx="75">
                        <c:v>4225</c:v>
                      </c:pt>
                      <c:pt idx="76">
                        <c:v>4225</c:v>
                      </c:pt>
                      <c:pt idx="77">
                        <c:v>4225</c:v>
                      </c:pt>
                      <c:pt idx="78">
                        <c:v>4225</c:v>
                      </c:pt>
                      <c:pt idx="79">
                        <c:v>4225</c:v>
                      </c:pt>
                      <c:pt idx="80">
                        <c:v>4225</c:v>
                      </c:pt>
                      <c:pt idx="81">
                        <c:v>4225</c:v>
                      </c:pt>
                      <c:pt idx="82">
                        <c:v>4225</c:v>
                      </c:pt>
                      <c:pt idx="83">
                        <c:v>4225</c:v>
                      </c:pt>
                      <c:pt idx="84">
                        <c:v>4225</c:v>
                      </c:pt>
                      <c:pt idx="85">
                        <c:v>4225</c:v>
                      </c:pt>
                      <c:pt idx="86">
                        <c:v>4225</c:v>
                      </c:pt>
                      <c:pt idx="87">
                        <c:v>4225</c:v>
                      </c:pt>
                      <c:pt idx="88">
                        <c:v>4225</c:v>
                      </c:pt>
                      <c:pt idx="89">
                        <c:v>4225</c:v>
                      </c:pt>
                      <c:pt idx="90">
                        <c:v>4225</c:v>
                      </c:pt>
                      <c:pt idx="91">
                        <c:v>4225</c:v>
                      </c:pt>
                      <c:pt idx="92">
                        <c:v>4225</c:v>
                      </c:pt>
                      <c:pt idx="93">
                        <c:v>4225</c:v>
                      </c:pt>
                      <c:pt idx="94">
                        <c:v>4225</c:v>
                      </c:pt>
                      <c:pt idx="95">
                        <c:v>4225</c:v>
                      </c:pt>
                      <c:pt idx="96">
                        <c:v>4225</c:v>
                      </c:pt>
                      <c:pt idx="97">
                        <c:v>4225</c:v>
                      </c:pt>
                      <c:pt idx="98">
                        <c:v>4225</c:v>
                      </c:pt>
                      <c:pt idx="99">
                        <c:v>4225</c:v>
                      </c:pt>
                      <c:pt idx="100">
                        <c:v>4225</c:v>
                      </c:pt>
                      <c:pt idx="101">
                        <c:v>4225</c:v>
                      </c:pt>
                      <c:pt idx="102">
                        <c:v>4225</c:v>
                      </c:pt>
                      <c:pt idx="103">
                        <c:v>4225</c:v>
                      </c:pt>
                      <c:pt idx="104">
                        <c:v>4225</c:v>
                      </c:pt>
                      <c:pt idx="105">
                        <c:v>4225</c:v>
                      </c:pt>
                      <c:pt idx="106">
                        <c:v>4225</c:v>
                      </c:pt>
                      <c:pt idx="107">
                        <c:v>4225</c:v>
                      </c:pt>
                      <c:pt idx="108">
                        <c:v>4225</c:v>
                      </c:pt>
                      <c:pt idx="109">
                        <c:v>4225</c:v>
                      </c:pt>
                      <c:pt idx="110">
                        <c:v>4225</c:v>
                      </c:pt>
                      <c:pt idx="111">
                        <c:v>4225</c:v>
                      </c:pt>
                      <c:pt idx="112">
                        <c:v>4225</c:v>
                      </c:pt>
                      <c:pt idx="113">
                        <c:v>4225</c:v>
                      </c:pt>
                      <c:pt idx="114">
                        <c:v>4225</c:v>
                      </c:pt>
                      <c:pt idx="115">
                        <c:v>4225</c:v>
                      </c:pt>
                      <c:pt idx="116">
                        <c:v>4225</c:v>
                      </c:pt>
                      <c:pt idx="117">
                        <c:v>4225</c:v>
                      </c:pt>
                      <c:pt idx="118">
                        <c:v>4225</c:v>
                      </c:pt>
                      <c:pt idx="119">
                        <c:v>4225</c:v>
                      </c:pt>
                      <c:pt idx="120">
                        <c:v>4225</c:v>
                      </c:pt>
                      <c:pt idx="121">
                        <c:v>4225</c:v>
                      </c:pt>
                      <c:pt idx="122">
                        <c:v>4225</c:v>
                      </c:pt>
                      <c:pt idx="123">
                        <c:v>4225</c:v>
                      </c:pt>
                      <c:pt idx="124">
                        <c:v>4225</c:v>
                      </c:pt>
                      <c:pt idx="125">
                        <c:v>4225</c:v>
                      </c:pt>
                      <c:pt idx="126">
                        <c:v>4225</c:v>
                      </c:pt>
                      <c:pt idx="127">
                        <c:v>4225</c:v>
                      </c:pt>
                      <c:pt idx="128">
                        <c:v>4225</c:v>
                      </c:pt>
                      <c:pt idx="129">
                        <c:v>4225</c:v>
                      </c:pt>
                      <c:pt idx="130">
                        <c:v>4225</c:v>
                      </c:pt>
                      <c:pt idx="131">
                        <c:v>4225</c:v>
                      </c:pt>
                      <c:pt idx="132">
                        <c:v>4225</c:v>
                      </c:pt>
                      <c:pt idx="133">
                        <c:v>4225</c:v>
                      </c:pt>
                      <c:pt idx="134">
                        <c:v>4225</c:v>
                      </c:pt>
                      <c:pt idx="135">
                        <c:v>4225</c:v>
                      </c:pt>
                      <c:pt idx="136">
                        <c:v>4225</c:v>
                      </c:pt>
                      <c:pt idx="137">
                        <c:v>4225</c:v>
                      </c:pt>
                      <c:pt idx="138">
                        <c:v>4225</c:v>
                      </c:pt>
                      <c:pt idx="139">
                        <c:v>4225</c:v>
                      </c:pt>
                      <c:pt idx="140">
                        <c:v>4225</c:v>
                      </c:pt>
                      <c:pt idx="141">
                        <c:v>4225</c:v>
                      </c:pt>
                      <c:pt idx="142">
                        <c:v>4225</c:v>
                      </c:pt>
                      <c:pt idx="143">
                        <c:v>4225</c:v>
                      </c:pt>
                      <c:pt idx="144">
                        <c:v>4225</c:v>
                      </c:pt>
                      <c:pt idx="145">
                        <c:v>4225</c:v>
                      </c:pt>
                      <c:pt idx="146">
                        <c:v>4225</c:v>
                      </c:pt>
                      <c:pt idx="147">
                        <c:v>4225</c:v>
                      </c:pt>
                      <c:pt idx="148">
                        <c:v>4225</c:v>
                      </c:pt>
                      <c:pt idx="149">
                        <c:v>4225</c:v>
                      </c:pt>
                      <c:pt idx="150">
                        <c:v>4225</c:v>
                      </c:pt>
                      <c:pt idx="151">
                        <c:v>4225</c:v>
                      </c:pt>
                      <c:pt idx="152">
                        <c:v>4225</c:v>
                      </c:pt>
                      <c:pt idx="153">
                        <c:v>4225</c:v>
                      </c:pt>
                      <c:pt idx="154">
                        <c:v>4225</c:v>
                      </c:pt>
                      <c:pt idx="155">
                        <c:v>4225</c:v>
                      </c:pt>
                      <c:pt idx="156">
                        <c:v>4225</c:v>
                      </c:pt>
                      <c:pt idx="157">
                        <c:v>4225</c:v>
                      </c:pt>
                      <c:pt idx="158">
                        <c:v>4225</c:v>
                      </c:pt>
                      <c:pt idx="159">
                        <c:v>4225</c:v>
                      </c:pt>
                      <c:pt idx="160">
                        <c:v>4225</c:v>
                      </c:pt>
                      <c:pt idx="161">
                        <c:v>4225</c:v>
                      </c:pt>
                      <c:pt idx="162">
                        <c:v>4225</c:v>
                      </c:pt>
                      <c:pt idx="163">
                        <c:v>4225</c:v>
                      </c:pt>
                      <c:pt idx="164">
                        <c:v>4225</c:v>
                      </c:pt>
                      <c:pt idx="165">
                        <c:v>4225</c:v>
                      </c:pt>
                      <c:pt idx="166">
                        <c:v>4225</c:v>
                      </c:pt>
                      <c:pt idx="167">
                        <c:v>4225</c:v>
                      </c:pt>
                      <c:pt idx="168">
                        <c:v>4225</c:v>
                      </c:pt>
                      <c:pt idx="169">
                        <c:v>4225</c:v>
                      </c:pt>
                      <c:pt idx="170">
                        <c:v>4225</c:v>
                      </c:pt>
                      <c:pt idx="171">
                        <c:v>4225</c:v>
                      </c:pt>
                      <c:pt idx="172">
                        <c:v>4225</c:v>
                      </c:pt>
                      <c:pt idx="173">
                        <c:v>4225</c:v>
                      </c:pt>
                      <c:pt idx="174">
                        <c:v>4225</c:v>
                      </c:pt>
                      <c:pt idx="175">
                        <c:v>4225</c:v>
                      </c:pt>
                      <c:pt idx="176">
                        <c:v>4225</c:v>
                      </c:pt>
                      <c:pt idx="177">
                        <c:v>4225</c:v>
                      </c:pt>
                      <c:pt idx="178">
                        <c:v>4225</c:v>
                      </c:pt>
                      <c:pt idx="179">
                        <c:v>4225</c:v>
                      </c:pt>
                      <c:pt idx="180">
                        <c:v>4225</c:v>
                      </c:pt>
                      <c:pt idx="181">
                        <c:v>4225</c:v>
                      </c:pt>
                      <c:pt idx="182">
                        <c:v>4225</c:v>
                      </c:pt>
                      <c:pt idx="183">
                        <c:v>4225</c:v>
                      </c:pt>
                      <c:pt idx="184">
                        <c:v>4225</c:v>
                      </c:pt>
                      <c:pt idx="185">
                        <c:v>4225</c:v>
                      </c:pt>
                      <c:pt idx="186">
                        <c:v>4225</c:v>
                      </c:pt>
                      <c:pt idx="187">
                        <c:v>4225</c:v>
                      </c:pt>
                      <c:pt idx="188">
                        <c:v>4225</c:v>
                      </c:pt>
                      <c:pt idx="189">
                        <c:v>4225</c:v>
                      </c:pt>
                      <c:pt idx="190">
                        <c:v>4225</c:v>
                      </c:pt>
                      <c:pt idx="191">
                        <c:v>4225</c:v>
                      </c:pt>
                      <c:pt idx="192">
                        <c:v>4225</c:v>
                      </c:pt>
                      <c:pt idx="193">
                        <c:v>4225</c:v>
                      </c:pt>
                      <c:pt idx="194">
                        <c:v>4225</c:v>
                      </c:pt>
                      <c:pt idx="195">
                        <c:v>4225</c:v>
                      </c:pt>
                      <c:pt idx="196">
                        <c:v>4225</c:v>
                      </c:pt>
                      <c:pt idx="197">
                        <c:v>4225</c:v>
                      </c:pt>
                      <c:pt idx="198">
                        <c:v>4225</c:v>
                      </c:pt>
                      <c:pt idx="199">
                        <c:v>4225</c:v>
                      </c:pt>
                      <c:pt idx="200">
                        <c:v>4225</c:v>
                      </c:pt>
                      <c:pt idx="201">
                        <c:v>4225</c:v>
                      </c:pt>
                      <c:pt idx="202">
                        <c:v>4225</c:v>
                      </c:pt>
                      <c:pt idx="203">
                        <c:v>4225</c:v>
                      </c:pt>
                      <c:pt idx="204">
                        <c:v>4225</c:v>
                      </c:pt>
                      <c:pt idx="205">
                        <c:v>4225</c:v>
                      </c:pt>
                      <c:pt idx="206">
                        <c:v>4225</c:v>
                      </c:pt>
                      <c:pt idx="207">
                        <c:v>4225</c:v>
                      </c:pt>
                      <c:pt idx="208">
                        <c:v>4225</c:v>
                      </c:pt>
                      <c:pt idx="209">
                        <c:v>4225</c:v>
                      </c:pt>
                      <c:pt idx="210">
                        <c:v>4225</c:v>
                      </c:pt>
                      <c:pt idx="211">
                        <c:v>4225</c:v>
                      </c:pt>
                      <c:pt idx="212">
                        <c:v>4225</c:v>
                      </c:pt>
                      <c:pt idx="213">
                        <c:v>4225</c:v>
                      </c:pt>
                      <c:pt idx="214">
                        <c:v>4225</c:v>
                      </c:pt>
                      <c:pt idx="215">
                        <c:v>4225</c:v>
                      </c:pt>
                      <c:pt idx="216">
                        <c:v>4225</c:v>
                      </c:pt>
                      <c:pt idx="217">
                        <c:v>4225</c:v>
                      </c:pt>
                      <c:pt idx="218">
                        <c:v>4225</c:v>
                      </c:pt>
                      <c:pt idx="219">
                        <c:v>4225</c:v>
                      </c:pt>
                      <c:pt idx="220">
                        <c:v>4225</c:v>
                      </c:pt>
                      <c:pt idx="221">
                        <c:v>4225</c:v>
                      </c:pt>
                      <c:pt idx="222">
                        <c:v>4225</c:v>
                      </c:pt>
                      <c:pt idx="223">
                        <c:v>4225</c:v>
                      </c:pt>
                      <c:pt idx="224">
                        <c:v>4225</c:v>
                      </c:pt>
                      <c:pt idx="225">
                        <c:v>4225</c:v>
                      </c:pt>
                      <c:pt idx="226">
                        <c:v>4225</c:v>
                      </c:pt>
                      <c:pt idx="227">
                        <c:v>4225</c:v>
                      </c:pt>
                      <c:pt idx="228">
                        <c:v>4225</c:v>
                      </c:pt>
                      <c:pt idx="229">
                        <c:v>4225</c:v>
                      </c:pt>
                      <c:pt idx="230">
                        <c:v>4225</c:v>
                      </c:pt>
                      <c:pt idx="231">
                        <c:v>4225</c:v>
                      </c:pt>
                      <c:pt idx="232">
                        <c:v>4225</c:v>
                      </c:pt>
                      <c:pt idx="233">
                        <c:v>4225</c:v>
                      </c:pt>
                      <c:pt idx="234">
                        <c:v>4225</c:v>
                      </c:pt>
                      <c:pt idx="235">
                        <c:v>4225</c:v>
                      </c:pt>
                      <c:pt idx="236">
                        <c:v>4225</c:v>
                      </c:pt>
                      <c:pt idx="237">
                        <c:v>4225</c:v>
                      </c:pt>
                      <c:pt idx="238">
                        <c:v>4225</c:v>
                      </c:pt>
                      <c:pt idx="239">
                        <c:v>4225</c:v>
                      </c:pt>
                      <c:pt idx="240">
                        <c:v>4225</c:v>
                      </c:pt>
                      <c:pt idx="241">
                        <c:v>4225</c:v>
                      </c:pt>
                      <c:pt idx="242">
                        <c:v>4225</c:v>
                      </c:pt>
                      <c:pt idx="243">
                        <c:v>4225</c:v>
                      </c:pt>
                      <c:pt idx="244">
                        <c:v>4225</c:v>
                      </c:pt>
                      <c:pt idx="245">
                        <c:v>4225</c:v>
                      </c:pt>
                      <c:pt idx="246">
                        <c:v>4225</c:v>
                      </c:pt>
                      <c:pt idx="247">
                        <c:v>4225</c:v>
                      </c:pt>
                      <c:pt idx="248">
                        <c:v>4225</c:v>
                      </c:pt>
                      <c:pt idx="249">
                        <c:v>4225</c:v>
                      </c:pt>
                      <c:pt idx="250">
                        <c:v>4225</c:v>
                      </c:pt>
                      <c:pt idx="251">
                        <c:v>4225</c:v>
                      </c:pt>
                      <c:pt idx="252">
                        <c:v>4225</c:v>
                      </c:pt>
                      <c:pt idx="253">
                        <c:v>4225</c:v>
                      </c:pt>
                      <c:pt idx="254">
                        <c:v>4225</c:v>
                      </c:pt>
                      <c:pt idx="255">
                        <c:v>4225</c:v>
                      </c:pt>
                      <c:pt idx="256">
                        <c:v>4225</c:v>
                      </c:pt>
                      <c:pt idx="257">
                        <c:v>4225</c:v>
                      </c:pt>
                      <c:pt idx="258">
                        <c:v>4225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C792-4CA1-9D62-4538A3202615}"/>
                  </c:ext>
                </c:extLst>
              </c15:ser>
            </c15:filteredScatterSeries>
          </c:ext>
        </c:extLst>
      </c:scatterChart>
      <c:valAx>
        <c:axId val="884514431"/>
        <c:scaling>
          <c:orientation val="minMax"/>
          <c:max val="2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/>
                  <a:t>Full Search 4225</a:t>
                </a:r>
                <a:endParaRPr lang="zh-TW" altLang="en-US"/>
              </a:p>
            </c:rich>
          </c:tx>
          <c:layout>
            <c:manualLayout>
              <c:xMode val="edge"/>
              <c:yMode val="edge"/>
              <c:x val="0.37043092817417228"/>
              <c:y val="0.74051822302376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06580655"/>
        <c:crosses val="autoZero"/>
        <c:crossBetween val="midCat"/>
      </c:valAx>
      <c:valAx>
        <c:axId val="306580655"/>
        <c:scaling>
          <c:orientation val="minMax"/>
          <c:max val="45"/>
          <c:min val="1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8451443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PSNR</a:t>
            </a:r>
            <a:endParaRPr lang="zh-TW" altLang="en-US"/>
          </a:p>
        </c:rich>
      </c:tx>
      <c:layout>
        <c:manualLayout>
          <c:xMode val="edge"/>
          <c:yMode val="edge"/>
          <c:x val="3.1787784436629975E-2"/>
          <c:y val="0.751648767894100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8.5815389100629108E-2"/>
          <c:y val="4.2408814693814488E-2"/>
          <c:w val="0.85010048333548982"/>
          <c:h val="0.6321830369368495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Tennis_Details!$B$1</c:f>
              <c:strCache>
                <c:ptCount val="1"/>
                <c:pt idx="0">
                  <c:v>FullSearch_PSNR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Tennis_Details!$B$2:$B$150</c:f>
              <c:numCache>
                <c:formatCode>General</c:formatCode>
                <c:ptCount val="149"/>
                <c:pt idx="0">
                  <c:v>32.142899999999997</c:v>
                </c:pt>
                <c:pt idx="1">
                  <c:v>31.5289</c:v>
                </c:pt>
                <c:pt idx="2">
                  <c:v>30.874400000000001</c:v>
                </c:pt>
                <c:pt idx="3">
                  <c:v>31.406600000000001</c:v>
                </c:pt>
                <c:pt idx="4">
                  <c:v>31.668700000000001</c:v>
                </c:pt>
                <c:pt idx="5">
                  <c:v>31.6922</c:v>
                </c:pt>
                <c:pt idx="6">
                  <c:v>32.204700000000003</c:v>
                </c:pt>
                <c:pt idx="7">
                  <c:v>31.668800000000001</c:v>
                </c:pt>
                <c:pt idx="8">
                  <c:v>30.484500000000001</c:v>
                </c:pt>
                <c:pt idx="9">
                  <c:v>30.9268</c:v>
                </c:pt>
                <c:pt idx="10">
                  <c:v>31.051500000000001</c:v>
                </c:pt>
                <c:pt idx="11">
                  <c:v>30.555900000000001</c:v>
                </c:pt>
                <c:pt idx="12">
                  <c:v>30.69</c:v>
                </c:pt>
                <c:pt idx="13">
                  <c:v>30.691099999999999</c:v>
                </c:pt>
                <c:pt idx="14">
                  <c:v>31.596299999999999</c:v>
                </c:pt>
                <c:pt idx="15">
                  <c:v>33.018599999999999</c:v>
                </c:pt>
                <c:pt idx="16">
                  <c:v>30.633800000000001</c:v>
                </c:pt>
                <c:pt idx="17">
                  <c:v>31.421800000000001</c:v>
                </c:pt>
                <c:pt idx="18">
                  <c:v>31.166</c:v>
                </c:pt>
                <c:pt idx="19">
                  <c:v>29.920300000000001</c:v>
                </c:pt>
                <c:pt idx="20">
                  <c:v>31.186699999999998</c:v>
                </c:pt>
                <c:pt idx="21">
                  <c:v>32.042400000000001</c:v>
                </c:pt>
                <c:pt idx="22">
                  <c:v>29.320799999999998</c:v>
                </c:pt>
                <c:pt idx="23">
                  <c:v>26.856400000000001</c:v>
                </c:pt>
                <c:pt idx="24">
                  <c:v>26.510200000000001</c:v>
                </c:pt>
                <c:pt idx="25">
                  <c:v>27.130400000000002</c:v>
                </c:pt>
                <c:pt idx="26">
                  <c:v>27.833400000000001</c:v>
                </c:pt>
                <c:pt idx="27">
                  <c:v>28.1053</c:v>
                </c:pt>
                <c:pt idx="28">
                  <c:v>28.618099999999998</c:v>
                </c:pt>
                <c:pt idx="29">
                  <c:v>28.643999999999998</c:v>
                </c:pt>
                <c:pt idx="30">
                  <c:v>28.621099999999998</c:v>
                </c:pt>
                <c:pt idx="31">
                  <c:v>29.053999999999998</c:v>
                </c:pt>
                <c:pt idx="32">
                  <c:v>29.442699999999999</c:v>
                </c:pt>
                <c:pt idx="33">
                  <c:v>29.449100000000001</c:v>
                </c:pt>
                <c:pt idx="34">
                  <c:v>28.173200000000001</c:v>
                </c:pt>
                <c:pt idx="35">
                  <c:v>27.909400000000002</c:v>
                </c:pt>
                <c:pt idx="36">
                  <c:v>28.101199999999999</c:v>
                </c:pt>
                <c:pt idx="37">
                  <c:v>28.103200000000001</c:v>
                </c:pt>
                <c:pt idx="38">
                  <c:v>29.5745</c:v>
                </c:pt>
                <c:pt idx="39">
                  <c:v>30.170100000000001</c:v>
                </c:pt>
                <c:pt idx="40">
                  <c:v>29.717500000000001</c:v>
                </c:pt>
                <c:pt idx="41">
                  <c:v>28.4802</c:v>
                </c:pt>
                <c:pt idx="42">
                  <c:v>27.605399999999999</c:v>
                </c:pt>
                <c:pt idx="43">
                  <c:v>27.347799999999999</c:v>
                </c:pt>
                <c:pt idx="44">
                  <c:v>27.1935</c:v>
                </c:pt>
                <c:pt idx="45">
                  <c:v>27.699300000000001</c:v>
                </c:pt>
                <c:pt idx="46">
                  <c:v>27.573</c:v>
                </c:pt>
                <c:pt idx="47">
                  <c:v>27.328700000000001</c:v>
                </c:pt>
                <c:pt idx="48">
                  <c:v>27.4848</c:v>
                </c:pt>
                <c:pt idx="49">
                  <c:v>26.952500000000001</c:v>
                </c:pt>
                <c:pt idx="50">
                  <c:v>26.938199999999998</c:v>
                </c:pt>
                <c:pt idx="51">
                  <c:v>26.834</c:v>
                </c:pt>
                <c:pt idx="52">
                  <c:v>26.871500000000001</c:v>
                </c:pt>
                <c:pt idx="53">
                  <c:v>26.800799999999999</c:v>
                </c:pt>
                <c:pt idx="54">
                  <c:v>26.911200000000001</c:v>
                </c:pt>
                <c:pt idx="55">
                  <c:v>27.318200000000001</c:v>
                </c:pt>
                <c:pt idx="56">
                  <c:v>27.0258</c:v>
                </c:pt>
                <c:pt idx="57">
                  <c:v>27.0764</c:v>
                </c:pt>
                <c:pt idx="58">
                  <c:v>27.0352</c:v>
                </c:pt>
                <c:pt idx="59">
                  <c:v>27.348600000000001</c:v>
                </c:pt>
                <c:pt idx="60">
                  <c:v>27.539400000000001</c:v>
                </c:pt>
                <c:pt idx="61">
                  <c:v>27.474399999999999</c:v>
                </c:pt>
                <c:pt idx="62">
                  <c:v>27.699300000000001</c:v>
                </c:pt>
                <c:pt idx="63">
                  <c:v>27.480799999999999</c:v>
                </c:pt>
                <c:pt idx="64">
                  <c:v>27.171199999999999</c:v>
                </c:pt>
                <c:pt idx="65">
                  <c:v>27.0274</c:v>
                </c:pt>
                <c:pt idx="66">
                  <c:v>26.7255</c:v>
                </c:pt>
                <c:pt idx="67">
                  <c:v>26.401800000000001</c:v>
                </c:pt>
                <c:pt idx="68">
                  <c:v>25.981400000000001</c:v>
                </c:pt>
                <c:pt idx="69">
                  <c:v>26.072399999999998</c:v>
                </c:pt>
                <c:pt idx="70">
                  <c:v>25.813400000000001</c:v>
                </c:pt>
                <c:pt idx="71">
                  <c:v>25.761299999999999</c:v>
                </c:pt>
                <c:pt idx="72">
                  <c:v>25.7652</c:v>
                </c:pt>
                <c:pt idx="73">
                  <c:v>25.538399999999999</c:v>
                </c:pt>
                <c:pt idx="74">
                  <c:v>25.477</c:v>
                </c:pt>
                <c:pt idx="75">
                  <c:v>24.7821</c:v>
                </c:pt>
                <c:pt idx="76">
                  <c:v>24.491700000000002</c:v>
                </c:pt>
                <c:pt idx="77">
                  <c:v>24.198799999999999</c:v>
                </c:pt>
                <c:pt idx="78">
                  <c:v>24.017199999999999</c:v>
                </c:pt>
                <c:pt idx="79">
                  <c:v>23.847999999999999</c:v>
                </c:pt>
                <c:pt idx="80">
                  <c:v>23.875900000000001</c:v>
                </c:pt>
                <c:pt idx="81">
                  <c:v>24.213200000000001</c:v>
                </c:pt>
                <c:pt idx="82">
                  <c:v>24.168099999999999</c:v>
                </c:pt>
                <c:pt idx="83">
                  <c:v>24.315999999999999</c:v>
                </c:pt>
                <c:pt idx="84">
                  <c:v>24.6648</c:v>
                </c:pt>
                <c:pt idx="85">
                  <c:v>24.395900000000001</c:v>
                </c:pt>
                <c:pt idx="86">
                  <c:v>24.485399999999998</c:v>
                </c:pt>
                <c:pt idx="87">
                  <c:v>24.489799999999999</c:v>
                </c:pt>
                <c:pt idx="88">
                  <c:v>15.503</c:v>
                </c:pt>
                <c:pt idx="89">
                  <c:v>32.795000000000002</c:v>
                </c:pt>
                <c:pt idx="90">
                  <c:v>32.415999999999997</c:v>
                </c:pt>
                <c:pt idx="91">
                  <c:v>31.938199999999998</c:v>
                </c:pt>
                <c:pt idx="92">
                  <c:v>31.519300000000001</c:v>
                </c:pt>
                <c:pt idx="93">
                  <c:v>31.8203</c:v>
                </c:pt>
                <c:pt idx="94">
                  <c:v>31.607299999999999</c:v>
                </c:pt>
                <c:pt idx="95">
                  <c:v>32.098199999999999</c:v>
                </c:pt>
                <c:pt idx="96">
                  <c:v>31.608000000000001</c:v>
                </c:pt>
                <c:pt idx="97">
                  <c:v>32.525199999999998</c:v>
                </c:pt>
                <c:pt idx="98">
                  <c:v>32.799399999999999</c:v>
                </c:pt>
                <c:pt idx="99">
                  <c:v>33.215499999999999</c:v>
                </c:pt>
                <c:pt idx="100">
                  <c:v>34.211199999999998</c:v>
                </c:pt>
                <c:pt idx="101">
                  <c:v>33.025300000000001</c:v>
                </c:pt>
                <c:pt idx="102">
                  <c:v>33.206200000000003</c:v>
                </c:pt>
                <c:pt idx="103">
                  <c:v>32.522300000000001</c:v>
                </c:pt>
                <c:pt idx="104">
                  <c:v>33.605899999999998</c:v>
                </c:pt>
                <c:pt idx="105">
                  <c:v>33.890300000000003</c:v>
                </c:pt>
                <c:pt idx="106">
                  <c:v>33.969000000000001</c:v>
                </c:pt>
                <c:pt idx="107">
                  <c:v>33.886000000000003</c:v>
                </c:pt>
                <c:pt idx="108">
                  <c:v>33.345199999999998</c:v>
                </c:pt>
                <c:pt idx="109">
                  <c:v>32.813000000000002</c:v>
                </c:pt>
                <c:pt idx="110">
                  <c:v>33.031599999999997</c:v>
                </c:pt>
                <c:pt idx="111">
                  <c:v>33.7301</c:v>
                </c:pt>
                <c:pt idx="112">
                  <c:v>34.040300000000002</c:v>
                </c:pt>
                <c:pt idx="113">
                  <c:v>33.479500000000002</c:v>
                </c:pt>
                <c:pt idx="114">
                  <c:v>32.971800000000002</c:v>
                </c:pt>
                <c:pt idx="115">
                  <c:v>33.4253</c:v>
                </c:pt>
                <c:pt idx="116">
                  <c:v>33.052799999999998</c:v>
                </c:pt>
                <c:pt idx="117">
                  <c:v>31.8216</c:v>
                </c:pt>
                <c:pt idx="118">
                  <c:v>32.549300000000002</c:v>
                </c:pt>
                <c:pt idx="119">
                  <c:v>32.440300000000001</c:v>
                </c:pt>
                <c:pt idx="120">
                  <c:v>32.916899999999998</c:v>
                </c:pt>
                <c:pt idx="121">
                  <c:v>32.766399999999997</c:v>
                </c:pt>
                <c:pt idx="122">
                  <c:v>31.9419</c:v>
                </c:pt>
                <c:pt idx="123">
                  <c:v>32.804600000000001</c:v>
                </c:pt>
                <c:pt idx="124">
                  <c:v>32.703200000000002</c:v>
                </c:pt>
                <c:pt idx="125">
                  <c:v>33.058700000000002</c:v>
                </c:pt>
                <c:pt idx="126">
                  <c:v>33.019300000000001</c:v>
                </c:pt>
                <c:pt idx="127">
                  <c:v>32.893999999999998</c:v>
                </c:pt>
                <c:pt idx="128">
                  <c:v>33.252499999999998</c:v>
                </c:pt>
                <c:pt idx="129">
                  <c:v>33.2121</c:v>
                </c:pt>
                <c:pt idx="130">
                  <c:v>32.560499999999998</c:v>
                </c:pt>
                <c:pt idx="131">
                  <c:v>32.102899999999998</c:v>
                </c:pt>
                <c:pt idx="132">
                  <c:v>32.475900000000003</c:v>
                </c:pt>
                <c:pt idx="133">
                  <c:v>31.991199999999999</c:v>
                </c:pt>
                <c:pt idx="134">
                  <c:v>33.3932</c:v>
                </c:pt>
                <c:pt idx="135">
                  <c:v>33.422600000000003</c:v>
                </c:pt>
                <c:pt idx="136">
                  <c:v>32.907800000000002</c:v>
                </c:pt>
                <c:pt idx="137">
                  <c:v>33.2423</c:v>
                </c:pt>
                <c:pt idx="138">
                  <c:v>33.737900000000003</c:v>
                </c:pt>
                <c:pt idx="139">
                  <c:v>33.546900000000001</c:v>
                </c:pt>
                <c:pt idx="140">
                  <c:v>32.841900000000003</c:v>
                </c:pt>
                <c:pt idx="141">
                  <c:v>32.287300000000002</c:v>
                </c:pt>
                <c:pt idx="142">
                  <c:v>31.207599999999999</c:v>
                </c:pt>
                <c:pt idx="143">
                  <c:v>30.8887</c:v>
                </c:pt>
                <c:pt idx="144">
                  <c:v>31.261700000000001</c:v>
                </c:pt>
                <c:pt idx="145">
                  <c:v>31.447099999999999</c:v>
                </c:pt>
                <c:pt idx="146">
                  <c:v>31.673200000000001</c:v>
                </c:pt>
                <c:pt idx="147">
                  <c:v>16.366800000000001</c:v>
                </c:pt>
                <c:pt idx="148">
                  <c:v>30.185400000000001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729-4AA4-AF87-59CA1AB60D25}"/>
            </c:ext>
          </c:extLst>
        </c:ser>
        <c:ser>
          <c:idx val="1"/>
          <c:order val="1"/>
          <c:tx>
            <c:strRef>
              <c:f>Tennis_Details!$E$1</c:f>
              <c:strCache>
                <c:ptCount val="1"/>
                <c:pt idx="0">
                  <c:v>Diamond_PSNR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Tennis_Details!$E$2:$E$150</c:f>
              <c:numCache>
                <c:formatCode>General</c:formatCode>
                <c:ptCount val="149"/>
                <c:pt idx="0">
                  <c:v>29.665099999999999</c:v>
                </c:pt>
                <c:pt idx="1">
                  <c:v>28.7272</c:v>
                </c:pt>
                <c:pt idx="2">
                  <c:v>29.7714</c:v>
                </c:pt>
                <c:pt idx="3">
                  <c:v>31.154</c:v>
                </c:pt>
                <c:pt idx="4">
                  <c:v>30.556999999999999</c:v>
                </c:pt>
                <c:pt idx="5">
                  <c:v>31.263999999999999</c:v>
                </c:pt>
                <c:pt idx="6">
                  <c:v>30.572500000000002</c:v>
                </c:pt>
                <c:pt idx="7">
                  <c:v>29.6904</c:v>
                </c:pt>
                <c:pt idx="8">
                  <c:v>30.2211</c:v>
                </c:pt>
                <c:pt idx="9">
                  <c:v>28.942399999999999</c:v>
                </c:pt>
                <c:pt idx="10">
                  <c:v>28.6267</c:v>
                </c:pt>
                <c:pt idx="11">
                  <c:v>28.698399999999999</c:v>
                </c:pt>
                <c:pt idx="12">
                  <c:v>29.1143</c:v>
                </c:pt>
                <c:pt idx="13">
                  <c:v>29.051500000000001</c:v>
                </c:pt>
                <c:pt idx="14">
                  <c:v>29.823</c:v>
                </c:pt>
                <c:pt idx="15">
                  <c:v>30.701000000000001</c:v>
                </c:pt>
                <c:pt idx="16">
                  <c:v>29.498699999999999</c:v>
                </c:pt>
                <c:pt idx="17">
                  <c:v>30.8337</c:v>
                </c:pt>
                <c:pt idx="18">
                  <c:v>30.915600000000001</c:v>
                </c:pt>
                <c:pt idx="19">
                  <c:v>29.4543</c:v>
                </c:pt>
                <c:pt idx="20">
                  <c:v>30.0806</c:v>
                </c:pt>
                <c:pt idx="21">
                  <c:v>31.3201</c:v>
                </c:pt>
                <c:pt idx="22">
                  <c:v>28.154699999999998</c:v>
                </c:pt>
                <c:pt idx="23">
                  <c:v>26.037299999999998</c:v>
                </c:pt>
                <c:pt idx="24">
                  <c:v>25.532</c:v>
                </c:pt>
                <c:pt idx="25">
                  <c:v>26.148499999999999</c:v>
                </c:pt>
                <c:pt idx="26">
                  <c:v>26.413699999999999</c:v>
                </c:pt>
                <c:pt idx="27">
                  <c:v>26.9878</c:v>
                </c:pt>
                <c:pt idx="28">
                  <c:v>27.5441</c:v>
                </c:pt>
                <c:pt idx="29">
                  <c:v>28.105499999999999</c:v>
                </c:pt>
                <c:pt idx="30">
                  <c:v>27.776299999999999</c:v>
                </c:pt>
                <c:pt idx="31">
                  <c:v>28.6172</c:v>
                </c:pt>
                <c:pt idx="32">
                  <c:v>29.199100000000001</c:v>
                </c:pt>
                <c:pt idx="33">
                  <c:v>29.153099999999998</c:v>
                </c:pt>
                <c:pt idx="34">
                  <c:v>27.743500000000001</c:v>
                </c:pt>
                <c:pt idx="35">
                  <c:v>27.315000000000001</c:v>
                </c:pt>
                <c:pt idx="36">
                  <c:v>27.7</c:v>
                </c:pt>
                <c:pt idx="37">
                  <c:v>27.0501</c:v>
                </c:pt>
                <c:pt idx="38">
                  <c:v>28.0929</c:v>
                </c:pt>
                <c:pt idx="39">
                  <c:v>28.3474</c:v>
                </c:pt>
                <c:pt idx="40">
                  <c:v>29.041399999999999</c:v>
                </c:pt>
                <c:pt idx="41">
                  <c:v>26.992599999999999</c:v>
                </c:pt>
                <c:pt idx="42">
                  <c:v>26.284099999999999</c:v>
                </c:pt>
                <c:pt idx="43">
                  <c:v>25.849900000000002</c:v>
                </c:pt>
                <c:pt idx="44">
                  <c:v>25.523199999999999</c:v>
                </c:pt>
                <c:pt idx="45">
                  <c:v>25.6069</c:v>
                </c:pt>
                <c:pt idx="46">
                  <c:v>25.408899999999999</c:v>
                </c:pt>
                <c:pt idx="47">
                  <c:v>25.703600000000002</c:v>
                </c:pt>
                <c:pt idx="48">
                  <c:v>26.376799999999999</c:v>
                </c:pt>
                <c:pt idx="49">
                  <c:v>25.485299999999999</c:v>
                </c:pt>
                <c:pt idx="50">
                  <c:v>25.594999999999999</c:v>
                </c:pt>
                <c:pt idx="51">
                  <c:v>25.300899999999999</c:v>
                </c:pt>
                <c:pt idx="52">
                  <c:v>25.017199999999999</c:v>
                </c:pt>
                <c:pt idx="53">
                  <c:v>25.0215</c:v>
                </c:pt>
                <c:pt idx="54">
                  <c:v>24.951799999999999</c:v>
                </c:pt>
                <c:pt idx="55">
                  <c:v>24.950800000000001</c:v>
                </c:pt>
                <c:pt idx="56">
                  <c:v>25.097100000000001</c:v>
                </c:pt>
                <c:pt idx="57">
                  <c:v>24.8004</c:v>
                </c:pt>
                <c:pt idx="58">
                  <c:v>24.762899999999998</c:v>
                </c:pt>
                <c:pt idx="59">
                  <c:v>24.781700000000001</c:v>
                </c:pt>
                <c:pt idx="60">
                  <c:v>25.145</c:v>
                </c:pt>
                <c:pt idx="61">
                  <c:v>25.4529</c:v>
                </c:pt>
                <c:pt idx="62">
                  <c:v>25.740500000000001</c:v>
                </c:pt>
                <c:pt idx="63">
                  <c:v>25.657599999999999</c:v>
                </c:pt>
                <c:pt idx="64">
                  <c:v>25.496099999999998</c:v>
                </c:pt>
                <c:pt idx="65">
                  <c:v>25.6418</c:v>
                </c:pt>
                <c:pt idx="66">
                  <c:v>25.509399999999999</c:v>
                </c:pt>
                <c:pt idx="67">
                  <c:v>25.368500000000001</c:v>
                </c:pt>
                <c:pt idx="68">
                  <c:v>25.177</c:v>
                </c:pt>
                <c:pt idx="69">
                  <c:v>25.142600000000002</c:v>
                </c:pt>
                <c:pt idx="70">
                  <c:v>24.712900000000001</c:v>
                </c:pt>
                <c:pt idx="71">
                  <c:v>24.412199999999999</c:v>
                </c:pt>
                <c:pt idx="72">
                  <c:v>24.668900000000001</c:v>
                </c:pt>
                <c:pt idx="73">
                  <c:v>24.5932</c:v>
                </c:pt>
                <c:pt idx="74">
                  <c:v>24.184699999999999</c:v>
                </c:pt>
                <c:pt idx="75">
                  <c:v>23.717199999999998</c:v>
                </c:pt>
                <c:pt idx="76">
                  <c:v>23.623200000000001</c:v>
                </c:pt>
                <c:pt idx="77">
                  <c:v>23.1676</c:v>
                </c:pt>
                <c:pt idx="78">
                  <c:v>23.373699999999999</c:v>
                </c:pt>
                <c:pt idx="79">
                  <c:v>23.2378</c:v>
                </c:pt>
                <c:pt idx="80">
                  <c:v>23.078399999999998</c:v>
                </c:pt>
                <c:pt idx="81">
                  <c:v>23.057099999999998</c:v>
                </c:pt>
                <c:pt idx="82">
                  <c:v>23.169599999999999</c:v>
                </c:pt>
                <c:pt idx="83">
                  <c:v>22.832100000000001</c:v>
                </c:pt>
                <c:pt idx="84">
                  <c:v>23.005199999999999</c:v>
                </c:pt>
                <c:pt idx="85">
                  <c:v>23.1829</c:v>
                </c:pt>
                <c:pt idx="86">
                  <c:v>23.399699999999999</c:v>
                </c:pt>
                <c:pt idx="87">
                  <c:v>23.5792</c:v>
                </c:pt>
                <c:pt idx="88">
                  <c:v>14.0595</c:v>
                </c:pt>
                <c:pt idx="89">
                  <c:v>31.925000000000001</c:v>
                </c:pt>
                <c:pt idx="90">
                  <c:v>31.143999999999998</c:v>
                </c:pt>
                <c:pt idx="91">
                  <c:v>30.5168</c:v>
                </c:pt>
                <c:pt idx="92">
                  <c:v>30.025300000000001</c:v>
                </c:pt>
                <c:pt idx="93">
                  <c:v>29.065799999999999</c:v>
                </c:pt>
                <c:pt idx="94">
                  <c:v>30.554400000000001</c:v>
                </c:pt>
                <c:pt idx="95">
                  <c:v>31.057300000000001</c:v>
                </c:pt>
                <c:pt idx="96">
                  <c:v>31.014099999999999</c:v>
                </c:pt>
                <c:pt idx="97">
                  <c:v>31.130700000000001</c:v>
                </c:pt>
                <c:pt idx="98">
                  <c:v>32.040999999999997</c:v>
                </c:pt>
                <c:pt idx="99">
                  <c:v>32.780500000000004</c:v>
                </c:pt>
                <c:pt idx="100">
                  <c:v>33.784199999999998</c:v>
                </c:pt>
                <c:pt idx="101">
                  <c:v>32.243600000000001</c:v>
                </c:pt>
                <c:pt idx="102">
                  <c:v>31.311499999999999</c:v>
                </c:pt>
                <c:pt idx="103">
                  <c:v>31.033100000000001</c:v>
                </c:pt>
                <c:pt idx="104">
                  <c:v>32.447200000000002</c:v>
                </c:pt>
                <c:pt idx="105">
                  <c:v>32.856400000000001</c:v>
                </c:pt>
                <c:pt idx="106">
                  <c:v>33.931399999999996</c:v>
                </c:pt>
                <c:pt idx="107">
                  <c:v>33.693899999999999</c:v>
                </c:pt>
                <c:pt idx="108">
                  <c:v>32.454300000000003</c:v>
                </c:pt>
                <c:pt idx="109">
                  <c:v>32.542000000000002</c:v>
                </c:pt>
                <c:pt idx="110">
                  <c:v>32.255899999999997</c:v>
                </c:pt>
                <c:pt idx="111">
                  <c:v>33.733800000000002</c:v>
                </c:pt>
                <c:pt idx="112">
                  <c:v>32.947200000000002</c:v>
                </c:pt>
                <c:pt idx="113">
                  <c:v>33.479500000000002</c:v>
                </c:pt>
                <c:pt idx="114">
                  <c:v>32.942500000000003</c:v>
                </c:pt>
                <c:pt idx="115">
                  <c:v>33.331800000000001</c:v>
                </c:pt>
                <c:pt idx="116">
                  <c:v>33.015700000000002</c:v>
                </c:pt>
                <c:pt idx="117">
                  <c:v>31.599599999999999</c:v>
                </c:pt>
                <c:pt idx="118">
                  <c:v>31.288799999999998</c:v>
                </c:pt>
                <c:pt idx="119">
                  <c:v>30.8078</c:v>
                </c:pt>
                <c:pt idx="120">
                  <c:v>30.8094</c:v>
                </c:pt>
                <c:pt idx="121">
                  <c:v>31.7818</c:v>
                </c:pt>
                <c:pt idx="122">
                  <c:v>29.738399999999999</c:v>
                </c:pt>
                <c:pt idx="123">
                  <c:v>31.710699999999999</c:v>
                </c:pt>
                <c:pt idx="124">
                  <c:v>31.637</c:v>
                </c:pt>
                <c:pt idx="125">
                  <c:v>33.046500000000002</c:v>
                </c:pt>
                <c:pt idx="126">
                  <c:v>32.376100000000001</c:v>
                </c:pt>
                <c:pt idx="127">
                  <c:v>32.070900000000002</c:v>
                </c:pt>
                <c:pt idx="128">
                  <c:v>31.7209</c:v>
                </c:pt>
                <c:pt idx="129">
                  <c:v>32.8782</c:v>
                </c:pt>
                <c:pt idx="130">
                  <c:v>31.472200000000001</c:v>
                </c:pt>
                <c:pt idx="131">
                  <c:v>32.029400000000003</c:v>
                </c:pt>
                <c:pt idx="132">
                  <c:v>30.921099999999999</c:v>
                </c:pt>
                <c:pt idx="133">
                  <c:v>30.883099999999999</c:v>
                </c:pt>
                <c:pt idx="134">
                  <c:v>30.837900000000001</c:v>
                </c:pt>
                <c:pt idx="135">
                  <c:v>31.402999999999999</c:v>
                </c:pt>
                <c:pt idx="136">
                  <c:v>31.116700000000002</c:v>
                </c:pt>
                <c:pt idx="137">
                  <c:v>32.393700000000003</c:v>
                </c:pt>
                <c:pt idx="138">
                  <c:v>32.439700000000002</c:v>
                </c:pt>
                <c:pt idx="139">
                  <c:v>33.078600000000002</c:v>
                </c:pt>
                <c:pt idx="140">
                  <c:v>32.454900000000002</c:v>
                </c:pt>
                <c:pt idx="141">
                  <c:v>32.128900000000002</c:v>
                </c:pt>
                <c:pt idx="142">
                  <c:v>31.030100000000001</c:v>
                </c:pt>
                <c:pt idx="143">
                  <c:v>30.911200000000001</c:v>
                </c:pt>
                <c:pt idx="144">
                  <c:v>30.587599999999998</c:v>
                </c:pt>
                <c:pt idx="145">
                  <c:v>31.154599999999999</c:v>
                </c:pt>
                <c:pt idx="146">
                  <c:v>31.248899999999999</c:v>
                </c:pt>
                <c:pt idx="147">
                  <c:v>14.869400000000001</c:v>
                </c:pt>
                <c:pt idx="148">
                  <c:v>29.441400000000002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729-4AA4-AF87-59CA1AB60D25}"/>
            </c:ext>
          </c:extLst>
        </c:ser>
        <c:ser>
          <c:idx val="2"/>
          <c:order val="2"/>
          <c:tx>
            <c:strRef>
              <c:f>Tennis_Details!$H$1</c:f>
              <c:strCache>
                <c:ptCount val="1"/>
                <c:pt idx="0">
                  <c:v>HEXDS_PSNR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Tennis_Details!$H$2:$H$150</c:f>
              <c:numCache>
                <c:formatCode>General</c:formatCode>
                <c:ptCount val="149"/>
                <c:pt idx="0">
                  <c:v>29.695799999999998</c:v>
                </c:pt>
                <c:pt idx="1">
                  <c:v>28.730499999999999</c:v>
                </c:pt>
                <c:pt idx="2">
                  <c:v>29.5932</c:v>
                </c:pt>
                <c:pt idx="3">
                  <c:v>31.090699999999998</c:v>
                </c:pt>
                <c:pt idx="4">
                  <c:v>30.834800000000001</c:v>
                </c:pt>
                <c:pt idx="5">
                  <c:v>31.209199999999999</c:v>
                </c:pt>
                <c:pt idx="6">
                  <c:v>30.511900000000001</c:v>
                </c:pt>
                <c:pt idx="7">
                  <c:v>29.671299999999999</c:v>
                </c:pt>
                <c:pt idx="8">
                  <c:v>30.165900000000001</c:v>
                </c:pt>
                <c:pt idx="9">
                  <c:v>28.766100000000002</c:v>
                </c:pt>
                <c:pt idx="10">
                  <c:v>28.5181</c:v>
                </c:pt>
                <c:pt idx="11">
                  <c:v>28.534500000000001</c:v>
                </c:pt>
                <c:pt idx="12">
                  <c:v>29.110499999999998</c:v>
                </c:pt>
                <c:pt idx="13">
                  <c:v>29.100300000000001</c:v>
                </c:pt>
                <c:pt idx="14">
                  <c:v>29.816600000000001</c:v>
                </c:pt>
                <c:pt idx="15">
                  <c:v>30.3398</c:v>
                </c:pt>
                <c:pt idx="16">
                  <c:v>29.419499999999999</c:v>
                </c:pt>
                <c:pt idx="17">
                  <c:v>30.805800000000001</c:v>
                </c:pt>
                <c:pt idx="18">
                  <c:v>30.770499999999998</c:v>
                </c:pt>
                <c:pt idx="19">
                  <c:v>29.439299999999999</c:v>
                </c:pt>
                <c:pt idx="20">
                  <c:v>30.073699999999999</c:v>
                </c:pt>
                <c:pt idx="21">
                  <c:v>31.262</c:v>
                </c:pt>
                <c:pt idx="22">
                  <c:v>28.026399999999999</c:v>
                </c:pt>
                <c:pt idx="23">
                  <c:v>25.810099999999998</c:v>
                </c:pt>
                <c:pt idx="24">
                  <c:v>25.334099999999999</c:v>
                </c:pt>
                <c:pt idx="25">
                  <c:v>25.843699999999998</c:v>
                </c:pt>
                <c:pt idx="26">
                  <c:v>25.696200000000001</c:v>
                </c:pt>
                <c:pt idx="27">
                  <c:v>26.145900000000001</c:v>
                </c:pt>
                <c:pt idx="28">
                  <c:v>26.917000000000002</c:v>
                </c:pt>
                <c:pt idx="29">
                  <c:v>27.417899999999999</c:v>
                </c:pt>
                <c:pt idx="30">
                  <c:v>27.148599999999998</c:v>
                </c:pt>
                <c:pt idx="31">
                  <c:v>28.158200000000001</c:v>
                </c:pt>
                <c:pt idx="32">
                  <c:v>28.481999999999999</c:v>
                </c:pt>
                <c:pt idx="33">
                  <c:v>28.5517</c:v>
                </c:pt>
                <c:pt idx="34">
                  <c:v>27.023499999999999</c:v>
                </c:pt>
                <c:pt idx="35">
                  <c:v>26.791599999999999</c:v>
                </c:pt>
                <c:pt idx="36">
                  <c:v>27.07</c:v>
                </c:pt>
                <c:pt idx="37">
                  <c:v>26.967500000000001</c:v>
                </c:pt>
                <c:pt idx="38">
                  <c:v>27.645099999999999</c:v>
                </c:pt>
                <c:pt idx="39">
                  <c:v>28.088699999999999</c:v>
                </c:pt>
                <c:pt idx="40">
                  <c:v>28.484999999999999</c:v>
                </c:pt>
                <c:pt idx="41">
                  <c:v>26.703199999999999</c:v>
                </c:pt>
                <c:pt idx="42">
                  <c:v>26.028099999999998</c:v>
                </c:pt>
                <c:pt idx="43">
                  <c:v>25.566800000000001</c:v>
                </c:pt>
                <c:pt idx="44">
                  <c:v>25.355399999999999</c:v>
                </c:pt>
                <c:pt idx="45">
                  <c:v>25.464200000000002</c:v>
                </c:pt>
                <c:pt idx="46">
                  <c:v>25.216200000000001</c:v>
                </c:pt>
                <c:pt idx="47">
                  <c:v>25.574200000000001</c:v>
                </c:pt>
                <c:pt idx="48">
                  <c:v>26.131499999999999</c:v>
                </c:pt>
                <c:pt idx="49">
                  <c:v>25.437200000000001</c:v>
                </c:pt>
                <c:pt idx="50">
                  <c:v>25.037400000000002</c:v>
                </c:pt>
                <c:pt idx="51">
                  <c:v>24.957000000000001</c:v>
                </c:pt>
                <c:pt idx="52">
                  <c:v>24.973800000000001</c:v>
                </c:pt>
                <c:pt idx="53">
                  <c:v>24.5776</c:v>
                </c:pt>
                <c:pt idx="54">
                  <c:v>24.723800000000001</c:v>
                </c:pt>
                <c:pt idx="55">
                  <c:v>24.897099999999998</c:v>
                </c:pt>
                <c:pt idx="56">
                  <c:v>25.136399999999998</c:v>
                </c:pt>
                <c:pt idx="57">
                  <c:v>25.089200000000002</c:v>
                </c:pt>
                <c:pt idx="58">
                  <c:v>24.746200000000002</c:v>
                </c:pt>
                <c:pt idx="59">
                  <c:v>24.667100000000001</c:v>
                </c:pt>
                <c:pt idx="60">
                  <c:v>25.2699</c:v>
                </c:pt>
                <c:pt idx="61">
                  <c:v>25.270199999999999</c:v>
                </c:pt>
                <c:pt idx="62">
                  <c:v>25.344999999999999</c:v>
                </c:pt>
                <c:pt idx="63">
                  <c:v>25.409400000000002</c:v>
                </c:pt>
                <c:pt idx="64">
                  <c:v>25.241499999999998</c:v>
                </c:pt>
                <c:pt idx="65">
                  <c:v>25.4223</c:v>
                </c:pt>
                <c:pt idx="66">
                  <c:v>25.369399999999999</c:v>
                </c:pt>
                <c:pt idx="67">
                  <c:v>25.007400000000001</c:v>
                </c:pt>
                <c:pt idx="68">
                  <c:v>24.737500000000001</c:v>
                </c:pt>
                <c:pt idx="69">
                  <c:v>24.8782</c:v>
                </c:pt>
                <c:pt idx="70">
                  <c:v>24.680399999999999</c:v>
                </c:pt>
                <c:pt idx="71">
                  <c:v>24.541899999999998</c:v>
                </c:pt>
                <c:pt idx="72">
                  <c:v>24.262</c:v>
                </c:pt>
                <c:pt idx="73">
                  <c:v>24.209800000000001</c:v>
                </c:pt>
                <c:pt idx="74">
                  <c:v>24.196300000000001</c:v>
                </c:pt>
                <c:pt idx="75">
                  <c:v>23.673400000000001</c:v>
                </c:pt>
                <c:pt idx="76">
                  <c:v>23.505299999999998</c:v>
                </c:pt>
                <c:pt idx="77">
                  <c:v>23.347100000000001</c:v>
                </c:pt>
                <c:pt idx="78">
                  <c:v>23.184100000000001</c:v>
                </c:pt>
                <c:pt idx="79">
                  <c:v>23.024699999999999</c:v>
                </c:pt>
                <c:pt idx="80">
                  <c:v>22.853999999999999</c:v>
                </c:pt>
                <c:pt idx="81">
                  <c:v>22.9681</c:v>
                </c:pt>
                <c:pt idx="82">
                  <c:v>22.9802</c:v>
                </c:pt>
                <c:pt idx="83">
                  <c:v>22.999600000000001</c:v>
                </c:pt>
                <c:pt idx="84">
                  <c:v>23.268999999999998</c:v>
                </c:pt>
                <c:pt idx="85">
                  <c:v>23.300599999999999</c:v>
                </c:pt>
                <c:pt idx="86">
                  <c:v>23.564800000000002</c:v>
                </c:pt>
                <c:pt idx="87">
                  <c:v>23.424299999999999</c:v>
                </c:pt>
                <c:pt idx="88">
                  <c:v>14.003299999999999</c:v>
                </c:pt>
                <c:pt idx="89">
                  <c:v>31.6587</c:v>
                </c:pt>
                <c:pt idx="90">
                  <c:v>30.583600000000001</c:v>
                </c:pt>
                <c:pt idx="91">
                  <c:v>30.393899999999999</c:v>
                </c:pt>
                <c:pt idx="92">
                  <c:v>29.624500000000001</c:v>
                </c:pt>
                <c:pt idx="93">
                  <c:v>29.773499999999999</c:v>
                </c:pt>
                <c:pt idx="94">
                  <c:v>30.666</c:v>
                </c:pt>
                <c:pt idx="95">
                  <c:v>30.7941</c:v>
                </c:pt>
                <c:pt idx="96">
                  <c:v>30.537500000000001</c:v>
                </c:pt>
                <c:pt idx="97">
                  <c:v>30.903400000000001</c:v>
                </c:pt>
                <c:pt idx="98">
                  <c:v>31.789100000000001</c:v>
                </c:pt>
                <c:pt idx="99">
                  <c:v>32.423299999999998</c:v>
                </c:pt>
                <c:pt idx="100">
                  <c:v>33.394300000000001</c:v>
                </c:pt>
                <c:pt idx="101">
                  <c:v>31.711200000000002</c:v>
                </c:pt>
                <c:pt idx="102">
                  <c:v>30.4375</c:v>
                </c:pt>
                <c:pt idx="103">
                  <c:v>30.215</c:v>
                </c:pt>
                <c:pt idx="104">
                  <c:v>31.823599999999999</c:v>
                </c:pt>
                <c:pt idx="105">
                  <c:v>32.534700000000001</c:v>
                </c:pt>
                <c:pt idx="106">
                  <c:v>32.7669</c:v>
                </c:pt>
                <c:pt idx="107">
                  <c:v>33.035699999999999</c:v>
                </c:pt>
                <c:pt idx="108">
                  <c:v>32.301400000000001</c:v>
                </c:pt>
                <c:pt idx="109">
                  <c:v>32.1556</c:v>
                </c:pt>
                <c:pt idx="110">
                  <c:v>31.950199999999999</c:v>
                </c:pt>
                <c:pt idx="111">
                  <c:v>33.4664</c:v>
                </c:pt>
                <c:pt idx="112">
                  <c:v>32.8292</c:v>
                </c:pt>
                <c:pt idx="113">
                  <c:v>33.2652</c:v>
                </c:pt>
                <c:pt idx="114">
                  <c:v>32.798999999999999</c:v>
                </c:pt>
                <c:pt idx="115">
                  <c:v>32.5471</c:v>
                </c:pt>
                <c:pt idx="116">
                  <c:v>32.461599999999997</c:v>
                </c:pt>
                <c:pt idx="117">
                  <c:v>31.2715</c:v>
                </c:pt>
                <c:pt idx="118">
                  <c:v>30.828800000000001</c:v>
                </c:pt>
                <c:pt idx="119">
                  <c:v>29.894200000000001</c:v>
                </c:pt>
                <c:pt idx="120">
                  <c:v>29.199100000000001</c:v>
                </c:pt>
                <c:pt idx="121">
                  <c:v>30.654900000000001</c:v>
                </c:pt>
                <c:pt idx="122">
                  <c:v>29.284600000000001</c:v>
                </c:pt>
                <c:pt idx="123">
                  <c:v>30.988099999999999</c:v>
                </c:pt>
                <c:pt idx="124">
                  <c:v>31.370200000000001</c:v>
                </c:pt>
                <c:pt idx="125">
                  <c:v>31.888300000000001</c:v>
                </c:pt>
                <c:pt idx="126">
                  <c:v>31.918900000000001</c:v>
                </c:pt>
                <c:pt idx="127">
                  <c:v>32.028100000000002</c:v>
                </c:pt>
                <c:pt idx="128">
                  <c:v>31.793800000000001</c:v>
                </c:pt>
                <c:pt idx="129">
                  <c:v>32.380099999999999</c:v>
                </c:pt>
                <c:pt idx="130">
                  <c:v>31.173500000000001</c:v>
                </c:pt>
                <c:pt idx="131">
                  <c:v>31.8475</c:v>
                </c:pt>
                <c:pt idx="132">
                  <c:v>30.929300000000001</c:v>
                </c:pt>
                <c:pt idx="133">
                  <c:v>30.766200000000001</c:v>
                </c:pt>
                <c:pt idx="134">
                  <c:v>30.554300000000001</c:v>
                </c:pt>
                <c:pt idx="135">
                  <c:v>30.9512</c:v>
                </c:pt>
                <c:pt idx="136">
                  <c:v>30.735800000000001</c:v>
                </c:pt>
                <c:pt idx="137">
                  <c:v>32.013399999999997</c:v>
                </c:pt>
                <c:pt idx="138">
                  <c:v>31.804300000000001</c:v>
                </c:pt>
                <c:pt idx="139">
                  <c:v>32.740400000000001</c:v>
                </c:pt>
                <c:pt idx="140">
                  <c:v>32.197800000000001</c:v>
                </c:pt>
                <c:pt idx="141">
                  <c:v>31.873799999999999</c:v>
                </c:pt>
                <c:pt idx="142">
                  <c:v>30.897099999999998</c:v>
                </c:pt>
                <c:pt idx="143">
                  <c:v>30.625299999999999</c:v>
                </c:pt>
                <c:pt idx="144">
                  <c:v>30.495999999999999</c:v>
                </c:pt>
                <c:pt idx="145">
                  <c:v>31.157</c:v>
                </c:pt>
                <c:pt idx="146">
                  <c:v>31.192900000000002</c:v>
                </c:pt>
                <c:pt idx="147">
                  <c:v>14.9579</c:v>
                </c:pt>
                <c:pt idx="148">
                  <c:v>29.829000000000001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729-4AA4-AF87-59CA1AB60D25}"/>
            </c:ext>
          </c:extLst>
        </c:ser>
        <c:ser>
          <c:idx val="3"/>
          <c:order val="3"/>
          <c:tx>
            <c:strRef>
              <c:f>Tennis_Details!$K$1</c:f>
              <c:strCache>
                <c:ptCount val="1"/>
                <c:pt idx="0">
                  <c:v>TSS_PSNR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Tennis_Details!$K$2:$K$150</c:f>
              <c:numCache>
                <c:formatCode>General</c:formatCode>
                <c:ptCount val="149"/>
                <c:pt idx="0">
                  <c:v>30.095800000000001</c:v>
                </c:pt>
                <c:pt idx="1">
                  <c:v>30.5474</c:v>
                </c:pt>
                <c:pt idx="2">
                  <c:v>30.7164</c:v>
                </c:pt>
                <c:pt idx="3">
                  <c:v>31.045300000000001</c:v>
                </c:pt>
                <c:pt idx="4">
                  <c:v>31.2194</c:v>
                </c:pt>
                <c:pt idx="5">
                  <c:v>31.5639</c:v>
                </c:pt>
                <c:pt idx="6">
                  <c:v>30.7483</c:v>
                </c:pt>
                <c:pt idx="7">
                  <c:v>29.6953</c:v>
                </c:pt>
                <c:pt idx="8">
                  <c:v>28.901</c:v>
                </c:pt>
                <c:pt idx="9">
                  <c:v>28.827300000000001</c:v>
                </c:pt>
                <c:pt idx="10">
                  <c:v>29.081800000000001</c:v>
                </c:pt>
                <c:pt idx="11">
                  <c:v>28.9054</c:v>
                </c:pt>
                <c:pt idx="12">
                  <c:v>29.077500000000001</c:v>
                </c:pt>
                <c:pt idx="13">
                  <c:v>29.1083</c:v>
                </c:pt>
                <c:pt idx="14">
                  <c:v>29.7926</c:v>
                </c:pt>
                <c:pt idx="15">
                  <c:v>31.198699999999999</c:v>
                </c:pt>
                <c:pt idx="16">
                  <c:v>30.012799999999999</c:v>
                </c:pt>
                <c:pt idx="17">
                  <c:v>31.249600000000001</c:v>
                </c:pt>
                <c:pt idx="18">
                  <c:v>30.973500000000001</c:v>
                </c:pt>
                <c:pt idx="19">
                  <c:v>29.642299999999999</c:v>
                </c:pt>
                <c:pt idx="20">
                  <c:v>29.956499999999998</c:v>
                </c:pt>
                <c:pt idx="21">
                  <c:v>30.398399999999999</c:v>
                </c:pt>
                <c:pt idx="22">
                  <c:v>27.972100000000001</c:v>
                </c:pt>
                <c:pt idx="23">
                  <c:v>25.963899999999999</c:v>
                </c:pt>
                <c:pt idx="24">
                  <c:v>25.471299999999999</c:v>
                </c:pt>
                <c:pt idx="25">
                  <c:v>25.403400000000001</c:v>
                </c:pt>
                <c:pt idx="26">
                  <c:v>25.3108</c:v>
                </c:pt>
                <c:pt idx="27">
                  <c:v>25.594200000000001</c:v>
                </c:pt>
                <c:pt idx="28">
                  <c:v>25.923400000000001</c:v>
                </c:pt>
                <c:pt idx="29">
                  <c:v>26.155899999999999</c:v>
                </c:pt>
                <c:pt idx="30">
                  <c:v>25.9023</c:v>
                </c:pt>
                <c:pt idx="31">
                  <c:v>25.877500000000001</c:v>
                </c:pt>
                <c:pt idx="32">
                  <c:v>26.2575</c:v>
                </c:pt>
                <c:pt idx="33">
                  <c:v>26.495200000000001</c:v>
                </c:pt>
                <c:pt idx="34">
                  <c:v>25.988600000000002</c:v>
                </c:pt>
                <c:pt idx="35">
                  <c:v>25.3672</c:v>
                </c:pt>
                <c:pt idx="36">
                  <c:v>25.824000000000002</c:v>
                </c:pt>
                <c:pt idx="37">
                  <c:v>25.738</c:v>
                </c:pt>
                <c:pt idx="38">
                  <c:v>26.440200000000001</c:v>
                </c:pt>
                <c:pt idx="39">
                  <c:v>26.609100000000002</c:v>
                </c:pt>
                <c:pt idx="40">
                  <c:v>27.279800000000002</c:v>
                </c:pt>
                <c:pt idx="41">
                  <c:v>25.510999999999999</c:v>
                </c:pt>
                <c:pt idx="42">
                  <c:v>25.164899999999999</c:v>
                </c:pt>
                <c:pt idx="43">
                  <c:v>24.272500000000001</c:v>
                </c:pt>
                <c:pt idx="44">
                  <c:v>24.550599999999999</c:v>
                </c:pt>
                <c:pt idx="45">
                  <c:v>24.76</c:v>
                </c:pt>
                <c:pt idx="46">
                  <c:v>24.3979</c:v>
                </c:pt>
                <c:pt idx="47">
                  <c:v>24.4466</c:v>
                </c:pt>
                <c:pt idx="48">
                  <c:v>24.876899999999999</c:v>
                </c:pt>
                <c:pt idx="49">
                  <c:v>25.2746</c:v>
                </c:pt>
                <c:pt idx="50">
                  <c:v>24.896000000000001</c:v>
                </c:pt>
                <c:pt idx="51">
                  <c:v>24.4161</c:v>
                </c:pt>
                <c:pt idx="52">
                  <c:v>24.353400000000001</c:v>
                </c:pt>
                <c:pt idx="53">
                  <c:v>24.246500000000001</c:v>
                </c:pt>
                <c:pt idx="54">
                  <c:v>24.197399999999998</c:v>
                </c:pt>
                <c:pt idx="55">
                  <c:v>24.226600000000001</c:v>
                </c:pt>
                <c:pt idx="56">
                  <c:v>24.4054</c:v>
                </c:pt>
                <c:pt idx="57">
                  <c:v>24.309799999999999</c:v>
                </c:pt>
                <c:pt idx="58">
                  <c:v>24.016200000000001</c:v>
                </c:pt>
                <c:pt idx="59">
                  <c:v>23.803999999999998</c:v>
                </c:pt>
                <c:pt idx="60">
                  <c:v>24.015000000000001</c:v>
                </c:pt>
                <c:pt idx="61">
                  <c:v>23.966699999999999</c:v>
                </c:pt>
                <c:pt idx="62">
                  <c:v>24.3156</c:v>
                </c:pt>
                <c:pt idx="63">
                  <c:v>23.995699999999999</c:v>
                </c:pt>
                <c:pt idx="64">
                  <c:v>24.071000000000002</c:v>
                </c:pt>
                <c:pt idx="65">
                  <c:v>24.158000000000001</c:v>
                </c:pt>
                <c:pt idx="66">
                  <c:v>23.632899999999999</c:v>
                </c:pt>
                <c:pt idx="67">
                  <c:v>23.941299999999998</c:v>
                </c:pt>
                <c:pt idx="68">
                  <c:v>23.4162</c:v>
                </c:pt>
                <c:pt idx="69">
                  <c:v>23.360399999999998</c:v>
                </c:pt>
                <c:pt idx="70">
                  <c:v>23.122699999999998</c:v>
                </c:pt>
                <c:pt idx="71">
                  <c:v>23.367100000000001</c:v>
                </c:pt>
                <c:pt idx="72">
                  <c:v>23.485299999999999</c:v>
                </c:pt>
                <c:pt idx="73">
                  <c:v>23.067399999999999</c:v>
                </c:pt>
                <c:pt idx="74">
                  <c:v>23.276800000000001</c:v>
                </c:pt>
                <c:pt idx="75">
                  <c:v>22.450800000000001</c:v>
                </c:pt>
                <c:pt idx="76">
                  <c:v>22.475100000000001</c:v>
                </c:pt>
                <c:pt idx="77">
                  <c:v>22.401199999999999</c:v>
                </c:pt>
                <c:pt idx="78">
                  <c:v>22.648</c:v>
                </c:pt>
                <c:pt idx="79">
                  <c:v>22.529900000000001</c:v>
                </c:pt>
                <c:pt idx="80">
                  <c:v>22.411000000000001</c:v>
                </c:pt>
                <c:pt idx="81">
                  <c:v>22.477499999999999</c:v>
                </c:pt>
                <c:pt idx="82">
                  <c:v>22.278600000000001</c:v>
                </c:pt>
                <c:pt idx="83">
                  <c:v>22.072399999999998</c:v>
                </c:pt>
                <c:pt idx="84">
                  <c:v>22.339700000000001</c:v>
                </c:pt>
                <c:pt idx="85">
                  <c:v>22.408899999999999</c:v>
                </c:pt>
                <c:pt idx="86">
                  <c:v>22.843299999999999</c:v>
                </c:pt>
                <c:pt idx="87">
                  <c:v>22.654499999999999</c:v>
                </c:pt>
                <c:pt idx="88">
                  <c:v>13.3246</c:v>
                </c:pt>
                <c:pt idx="89">
                  <c:v>32.314999999999998</c:v>
                </c:pt>
                <c:pt idx="90">
                  <c:v>32.1496</c:v>
                </c:pt>
                <c:pt idx="91">
                  <c:v>31.180099999999999</c:v>
                </c:pt>
                <c:pt idx="92">
                  <c:v>30.021000000000001</c:v>
                </c:pt>
                <c:pt idx="93">
                  <c:v>29.568899999999999</c:v>
                </c:pt>
                <c:pt idx="94">
                  <c:v>30.129300000000001</c:v>
                </c:pt>
                <c:pt idx="95">
                  <c:v>30.586500000000001</c:v>
                </c:pt>
                <c:pt idx="96">
                  <c:v>31.0762</c:v>
                </c:pt>
                <c:pt idx="97">
                  <c:v>30.99</c:v>
                </c:pt>
                <c:pt idx="98">
                  <c:v>31.722100000000001</c:v>
                </c:pt>
                <c:pt idx="99">
                  <c:v>32.561900000000001</c:v>
                </c:pt>
                <c:pt idx="100">
                  <c:v>33.322099999999999</c:v>
                </c:pt>
                <c:pt idx="101">
                  <c:v>31.5474</c:v>
                </c:pt>
                <c:pt idx="102">
                  <c:v>31.447900000000001</c:v>
                </c:pt>
                <c:pt idx="103">
                  <c:v>30.581499999999998</c:v>
                </c:pt>
                <c:pt idx="104">
                  <c:v>32.241100000000003</c:v>
                </c:pt>
                <c:pt idx="105">
                  <c:v>33.1004</c:v>
                </c:pt>
                <c:pt idx="106">
                  <c:v>33.246699999999997</c:v>
                </c:pt>
                <c:pt idx="107">
                  <c:v>33.095300000000002</c:v>
                </c:pt>
                <c:pt idx="108">
                  <c:v>32.453200000000002</c:v>
                </c:pt>
                <c:pt idx="109">
                  <c:v>32.340200000000003</c:v>
                </c:pt>
                <c:pt idx="110">
                  <c:v>33.015900000000002</c:v>
                </c:pt>
                <c:pt idx="111">
                  <c:v>33.742600000000003</c:v>
                </c:pt>
                <c:pt idx="112">
                  <c:v>33.8018</c:v>
                </c:pt>
                <c:pt idx="113">
                  <c:v>33.410200000000003</c:v>
                </c:pt>
                <c:pt idx="114">
                  <c:v>32.942799999999998</c:v>
                </c:pt>
                <c:pt idx="115">
                  <c:v>33.091900000000003</c:v>
                </c:pt>
                <c:pt idx="116">
                  <c:v>32.873600000000003</c:v>
                </c:pt>
                <c:pt idx="117">
                  <c:v>30.854199999999999</c:v>
                </c:pt>
                <c:pt idx="118">
                  <c:v>30.027200000000001</c:v>
                </c:pt>
                <c:pt idx="119">
                  <c:v>30.0457</c:v>
                </c:pt>
                <c:pt idx="120">
                  <c:v>30.712199999999999</c:v>
                </c:pt>
                <c:pt idx="121">
                  <c:v>30.895199999999999</c:v>
                </c:pt>
                <c:pt idx="122">
                  <c:v>29.476700000000001</c:v>
                </c:pt>
                <c:pt idx="123">
                  <c:v>31.155100000000001</c:v>
                </c:pt>
                <c:pt idx="124">
                  <c:v>31.564499999999999</c:v>
                </c:pt>
                <c:pt idx="125">
                  <c:v>32.240200000000002</c:v>
                </c:pt>
                <c:pt idx="126">
                  <c:v>31.729900000000001</c:v>
                </c:pt>
                <c:pt idx="127">
                  <c:v>32.7087</c:v>
                </c:pt>
                <c:pt idx="128">
                  <c:v>32.354900000000001</c:v>
                </c:pt>
                <c:pt idx="129">
                  <c:v>32.523099999999999</c:v>
                </c:pt>
                <c:pt idx="130">
                  <c:v>31.973500000000001</c:v>
                </c:pt>
                <c:pt idx="131">
                  <c:v>31.869900000000001</c:v>
                </c:pt>
                <c:pt idx="132">
                  <c:v>31.498699999999999</c:v>
                </c:pt>
                <c:pt idx="133">
                  <c:v>31.317</c:v>
                </c:pt>
                <c:pt idx="134">
                  <c:v>31.949000000000002</c:v>
                </c:pt>
                <c:pt idx="135">
                  <c:v>32.608400000000003</c:v>
                </c:pt>
                <c:pt idx="136">
                  <c:v>32.278799999999997</c:v>
                </c:pt>
                <c:pt idx="137">
                  <c:v>32.625500000000002</c:v>
                </c:pt>
                <c:pt idx="138">
                  <c:v>33.017699999999998</c:v>
                </c:pt>
                <c:pt idx="139">
                  <c:v>33.410499999999999</c:v>
                </c:pt>
                <c:pt idx="140">
                  <c:v>32.700099999999999</c:v>
                </c:pt>
                <c:pt idx="141">
                  <c:v>31.897200000000002</c:v>
                </c:pt>
                <c:pt idx="142">
                  <c:v>30.674600000000002</c:v>
                </c:pt>
                <c:pt idx="143">
                  <c:v>30.723099999999999</c:v>
                </c:pt>
                <c:pt idx="144">
                  <c:v>30.6494</c:v>
                </c:pt>
                <c:pt idx="145">
                  <c:v>30.801200000000001</c:v>
                </c:pt>
                <c:pt idx="146">
                  <c:v>31.0837</c:v>
                </c:pt>
                <c:pt idx="147">
                  <c:v>14.763</c:v>
                </c:pt>
                <c:pt idx="148">
                  <c:v>29.567499999999999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729-4AA4-AF87-59CA1AB60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6036655"/>
        <c:axId val="1626346447"/>
      </c:scatterChart>
      <c:valAx>
        <c:axId val="986036655"/>
        <c:scaling>
          <c:orientation val="minMax"/>
          <c:max val="1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26346447"/>
        <c:crossesAt val="3"/>
        <c:crossBetween val="midCat"/>
      </c:valAx>
      <c:valAx>
        <c:axId val="1626346447"/>
        <c:scaling>
          <c:orientation val="minMax"/>
          <c:max val="37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86036655"/>
        <c:crosses val="autoZero"/>
        <c:crossBetween val="midCat"/>
        <c:majorUnit val="5"/>
        <c:min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計算點</a:t>
            </a:r>
          </a:p>
        </c:rich>
      </c:tx>
      <c:layout>
        <c:manualLayout>
          <c:xMode val="edge"/>
          <c:yMode val="edge"/>
          <c:x val="4.2379071949999098E-2"/>
          <c:y val="0.708972206762863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8.5815389100629108E-2"/>
          <c:y val="3.8776439063764774E-2"/>
          <c:w val="0.85010048333548982"/>
          <c:h val="0.59570982381647608"/>
        </c:manualLayout>
      </c:layout>
      <c:scatterChart>
        <c:scatterStyle val="lineMarker"/>
        <c:varyColors val="0"/>
        <c:ser>
          <c:idx val="1"/>
          <c:order val="1"/>
          <c:tx>
            <c:strRef>
              <c:f>Tennis_Details!$F$1</c:f>
              <c:strCache>
                <c:ptCount val="1"/>
                <c:pt idx="0">
                  <c:v>Diamond_Checks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Tennis_Details!$F$2:$F$150</c:f>
              <c:numCache>
                <c:formatCode>General</c:formatCode>
                <c:ptCount val="149"/>
                <c:pt idx="0">
                  <c:v>13.5</c:v>
                </c:pt>
                <c:pt idx="1">
                  <c:v>13.7</c:v>
                </c:pt>
                <c:pt idx="2">
                  <c:v>13.9</c:v>
                </c:pt>
                <c:pt idx="3">
                  <c:v>14</c:v>
                </c:pt>
                <c:pt idx="4">
                  <c:v>13.8</c:v>
                </c:pt>
                <c:pt idx="5">
                  <c:v>13.7</c:v>
                </c:pt>
                <c:pt idx="6">
                  <c:v>13.4</c:v>
                </c:pt>
                <c:pt idx="7">
                  <c:v>13.6</c:v>
                </c:pt>
                <c:pt idx="8">
                  <c:v>13.9</c:v>
                </c:pt>
                <c:pt idx="9">
                  <c:v>14</c:v>
                </c:pt>
                <c:pt idx="10">
                  <c:v>13.8</c:v>
                </c:pt>
                <c:pt idx="11">
                  <c:v>13.9</c:v>
                </c:pt>
                <c:pt idx="12">
                  <c:v>13.8</c:v>
                </c:pt>
                <c:pt idx="13">
                  <c:v>13.4</c:v>
                </c:pt>
                <c:pt idx="14">
                  <c:v>13.3</c:v>
                </c:pt>
                <c:pt idx="15">
                  <c:v>13.5</c:v>
                </c:pt>
                <c:pt idx="16">
                  <c:v>13.8</c:v>
                </c:pt>
                <c:pt idx="17">
                  <c:v>13.8</c:v>
                </c:pt>
                <c:pt idx="18">
                  <c:v>13.7</c:v>
                </c:pt>
                <c:pt idx="19">
                  <c:v>13.5</c:v>
                </c:pt>
                <c:pt idx="20">
                  <c:v>13.3</c:v>
                </c:pt>
                <c:pt idx="21">
                  <c:v>13.3</c:v>
                </c:pt>
                <c:pt idx="22">
                  <c:v>13.3</c:v>
                </c:pt>
                <c:pt idx="23">
                  <c:v>13.8</c:v>
                </c:pt>
                <c:pt idx="24">
                  <c:v>15.3</c:v>
                </c:pt>
                <c:pt idx="25">
                  <c:v>16.7</c:v>
                </c:pt>
                <c:pt idx="26">
                  <c:v>16.8</c:v>
                </c:pt>
                <c:pt idx="27">
                  <c:v>17.2</c:v>
                </c:pt>
                <c:pt idx="28">
                  <c:v>16.8</c:v>
                </c:pt>
                <c:pt idx="29">
                  <c:v>16.8</c:v>
                </c:pt>
                <c:pt idx="30">
                  <c:v>17.2</c:v>
                </c:pt>
                <c:pt idx="31">
                  <c:v>17.600000000000001</c:v>
                </c:pt>
                <c:pt idx="32">
                  <c:v>18</c:v>
                </c:pt>
                <c:pt idx="33">
                  <c:v>18.2</c:v>
                </c:pt>
                <c:pt idx="34">
                  <c:v>18</c:v>
                </c:pt>
                <c:pt idx="35">
                  <c:v>18.600000000000001</c:v>
                </c:pt>
                <c:pt idx="36">
                  <c:v>18.8</c:v>
                </c:pt>
                <c:pt idx="37">
                  <c:v>18.5</c:v>
                </c:pt>
                <c:pt idx="38">
                  <c:v>19.3</c:v>
                </c:pt>
                <c:pt idx="39">
                  <c:v>18.899999999999999</c:v>
                </c:pt>
                <c:pt idx="40">
                  <c:v>18.899999999999999</c:v>
                </c:pt>
                <c:pt idx="41">
                  <c:v>19.100000000000001</c:v>
                </c:pt>
                <c:pt idx="42">
                  <c:v>19.600000000000001</c:v>
                </c:pt>
                <c:pt idx="43">
                  <c:v>20.2</c:v>
                </c:pt>
                <c:pt idx="44">
                  <c:v>21.1</c:v>
                </c:pt>
                <c:pt idx="45">
                  <c:v>22.1</c:v>
                </c:pt>
                <c:pt idx="46">
                  <c:v>21.4</c:v>
                </c:pt>
                <c:pt idx="47">
                  <c:v>21.3</c:v>
                </c:pt>
                <c:pt idx="48">
                  <c:v>20.5</c:v>
                </c:pt>
                <c:pt idx="49">
                  <c:v>20.2</c:v>
                </c:pt>
                <c:pt idx="50">
                  <c:v>19.5</c:v>
                </c:pt>
                <c:pt idx="51">
                  <c:v>19.3</c:v>
                </c:pt>
                <c:pt idx="52">
                  <c:v>19.600000000000001</c:v>
                </c:pt>
                <c:pt idx="53">
                  <c:v>19.600000000000001</c:v>
                </c:pt>
                <c:pt idx="54">
                  <c:v>19.399999999999999</c:v>
                </c:pt>
                <c:pt idx="55">
                  <c:v>18.899999999999999</c:v>
                </c:pt>
                <c:pt idx="56">
                  <c:v>19.399999999999999</c:v>
                </c:pt>
                <c:pt idx="57">
                  <c:v>18.7</c:v>
                </c:pt>
                <c:pt idx="58">
                  <c:v>18.399999999999999</c:v>
                </c:pt>
                <c:pt idx="59">
                  <c:v>18.7</c:v>
                </c:pt>
                <c:pt idx="60">
                  <c:v>19.100000000000001</c:v>
                </c:pt>
                <c:pt idx="61">
                  <c:v>18.7</c:v>
                </c:pt>
                <c:pt idx="62">
                  <c:v>18.600000000000001</c:v>
                </c:pt>
                <c:pt idx="63">
                  <c:v>18.100000000000001</c:v>
                </c:pt>
                <c:pt idx="64">
                  <c:v>17.899999999999999</c:v>
                </c:pt>
                <c:pt idx="65">
                  <c:v>17.600000000000001</c:v>
                </c:pt>
                <c:pt idx="66">
                  <c:v>17.600000000000001</c:v>
                </c:pt>
                <c:pt idx="67">
                  <c:v>17.600000000000001</c:v>
                </c:pt>
                <c:pt idx="68">
                  <c:v>18.100000000000001</c:v>
                </c:pt>
                <c:pt idx="69">
                  <c:v>18.399999999999999</c:v>
                </c:pt>
                <c:pt idx="70">
                  <c:v>18.3</c:v>
                </c:pt>
                <c:pt idx="71">
                  <c:v>18.5</c:v>
                </c:pt>
                <c:pt idx="72">
                  <c:v>19</c:v>
                </c:pt>
                <c:pt idx="73">
                  <c:v>18.5</c:v>
                </c:pt>
                <c:pt idx="74">
                  <c:v>18.399999999999999</c:v>
                </c:pt>
                <c:pt idx="75">
                  <c:v>18.2</c:v>
                </c:pt>
                <c:pt idx="76">
                  <c:v>17.899999999999999</c:v>
                </c:pt>
                <c:pt idx="77">
                  <c:v>18.600000000000001</c:v>
                </c:pt>
                <c:pt idx="78">
                  <c:v>18.2</c:v>
                </c:pt>
                <c:pt idx="79">
                  <c:v>18.100000000000001</c:v>
                </c:pt>
                <c:pt idx="80">
                  <c:v>18</c:v>
                </c:pt>
                <c:pt idx="81">
                  <c:v>18</c:v>
                </c:pt>
                <c:pt idx="82">
                  <c:v>17.8</c:v>
                </c:pt>
                <c:pt idx="83">
                  <c:v>17.7</c:v>
                </c:pt>
                <c:pt idx="84">
                  <c:v>17.600000000000001</c:v>
                </c:pt>
                <c:pt idx="85">
                  <c:v>17.100000000000001</c:v>
                </c:pt>
                <c:pt idx="86">
                  <c:v>17.3</c:v>
                </c:pt>
                <c:pt idx="87">
                  <c:v>17.399999999999999</c:v>
                </c:pt>
                <c:pt idx="88">
                  <c:v>45.8</c:v>
                </c:pt>
                <c:pt idx="89">
                  <c:v>13.7</c:v>
                </c:pt>
                <c:pt idx="90">
                  <c:v>13.8</c:v>
                </c:pt>
                <c:pt idx="91">
                  <c:v>13.8</c:v>
                </c:pt>
                <c:pt idx="92">
                  <c:v>14</c:v>
                </c:pt>
                <c:pt idx="93">
                  <c:v>13.9</c:v>
                </c:pt>
                <c:pt idx="94">
                  <c:v>13.6</c:v>
                </c:pt>
                <c:pt idx="95">
                  <c:v>13.5</c:v>
                </c:pt>
                <c:pt idx="96">
                  <c:v>13.2</c:v>
                </c:pt>
                <c:pt idx="97">
                  <c:v>13.3</c:v>
                </c:pt>
                <c:pt idx="98">
                  <c:v>13.4</c:v>
                </c:pt>
                <c:pt idx="99">
                  <c:v>13.1</c:v>
                </c:pt>
                <c:pt idx="100">
                  <c:v>13.1</c:v>
                </c:pt>
                <c:pt idx="101">
                  <c:v>13.1</c:v>
                </c:pt>
                <c:pt idx="102">
                  <c:v>13.1</c:v>
                </c:pt>
                <c:pt idx="103">
                  <c:v>13.3</c:v>
                </c:pt>
                <c:pt idx="104">
                  <c:v>13.3</c:v>
                </c:pt>
                <c:pt idx="105">
                  <c:v>13.2</c:v>
                </c:pt>
                <c:pt idx="106">
                  <c:v>13.2</c:v>
                </c:pt>
                <c:pt idx="107">
                  <c:v>13.2</c:v>
                </c:pt>
                <c:pt idx="108">
                  <c:v>13.1</c:v>
                </c:pt>
                <c:pt idx="109">
                  <c:v>13.2</c:v>
                </c:pt>
                <c:pt idx="110">
                  <c:v>13.1</c:v>
                </c:pt>
                <c:pt idx="111">
                  <c:v>13.1</c:v>
                </c:pt>
                <c:pt idx="112">
                  <c:v>13.1</c:v>
                </c:pt>
                <c:pt idx="113">
                  <c:v>13.1</c:v>
                </c:pt>
                <c:pt idx="114">
                  <c:v>13.1</c:v>
                </c:pt>
                <c:pt idx="115">
                  <c:v>13</c:v>
                </c:pt>
                <c:pt idx="116">
                  <c:v>13.1</c:v>
                </c:pt>
                <c:pt idx="117">
                  <c:v>13.3</c:v>
                </c:pt>
                <c:pt idx="118">
                  <c:v>13.8</c:v>
                </c:pt>
                <c:pt idx="119">
                  <c:v>13.5</c:v>
                </c:pt>
                <c:pt idx="120">
                  <c:v>13.2</c:v>
                </c:pt>
                <c:pt idx="121">
                  <c:v>13.3</c:v>
                </c:pt>
                <c:pt idx="122">
                  <c:v>13.2</c:v>
                </c:pt>
                <c:pt idx="123">
                  <c:v>13.5</c:v>
                </c:pt>
                <c:pt idx="124">
                  <c:v>13.4</c:v>
                </c:pt>
                <c:pt idx="125">
                  <c:v>13.5</c:v>
                </c:pt>
                <c:pt idx="126">
                  <c:v>13.5</c:v>
                </c:pt>
                <c:pt idx="127">
                  <c:v>13.6</c:v>
                </c:pt>
                <c:pt idx="128">
                  <c:v>13.7</c:v>
                </c:pt>
                <c:pt idx="129">
                  <c:v>13.8</c:v>
                </c:pt>
                <c:pt idx="130">
                  <c:v>13.9</c:v>
                </c:pt>
                <c:pt idx="131">
                  <c:v>14</c:v>
                </c:pt>
                <c:pt idx="132">
                  <c:v>14.1</c:v>
                </c:pt>
                <c:pt idx="133">
                  <c:v>14.1</c:v>
                </c:pt>
                <c:pt idx="134">
                  <c:v>14</c:v>
                </c:pt>
                <c:pt idx="135">
                  <c:v>14.1</c:v>
                </c:pt>
                <c:pt idx="136">
                  <c:v>14.2</c:v>
                </c:pt>
                <c:pt idx="137">
                  <c:v>14</c:v>
                </c:pt>
                <c:pt idx="138">
                  <c:v>13.9</c:v>
                </c:pt>
                <c:pt idx="139">
                  <c:v>13.8</c:v>
                </c:pt>
                <c:pt idx="140">
                  <c:v>13.6</c:v>
                </c:pt>
                <c:pt idx="141">
                  <c:v>13.5</c:v>
                </c:pt>
                <c:pt idx="142">
                  <c:v>13.4</c:v>
                </c:pt>
                <c:pt idx="143">
                  <c:v>13.5</c:v>
                </c:pt>
                <c:pt idx="144">
                  <c:v>13.6</c:v>
                </c:pt>
                <c:pt idx="145">
                  <c:v>13.5</c:v>
                </c:pt>
                <c:pt idx="146">
                  <c:v>13.4</c:v>
                </c:pt>
                <c:pt idx="147">
                  <c:v>41</c:v>
                </c:pt>
                <c:pt idx="148">
                  <c:v>13.4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9E5-4BFC-973C-50E5364A8C85}"/>
            </c:ext>
          </c:extLst>
        </c:ser>
        <c:ser>
          <c:idx val="2"/>
          <c:order val="2"/>
          <c:tx>
            <c:strRef>
              <c:f>Tennis_Details!$I$1</c:f>
              <c:strCache>
                <c:ptCount val="1"/>
                <c:pt idx="0">
                  <c:v>HEXDS_Checks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Tennis_Details!$I$2:$I$150</c:f>
              <c:numCache>
                <c:formatCode>General</c:formatCode>
                <c:ptCount val="149"/>
                <c:pt idx="0">
                  <c:v>11.3</c:v>
                </c:pt>
                <c:pt idx="1">
                  <c:v>11.4</c:v>
                </c:pt>
                <c:pt idx="2">
                  <c:v>11.6</c:v>
                </c:pt>
                <c:pt idx="3">
                  <c:v>11.6</c:v>
                </c:pt>
                <c:pt idx="4">
                  <c:v>11.5</c:v>
                </c:pt>
                <c:pt idx="5">
                  <c:v>11.5</c:v>
                </c:pt>
                <c:pt idx="6">
                  <c:v>11.3</c:v>
                </c:pt>
                <c:pt idx="7">
                  <c:v>11.4</c:v>
                </c:pt>
                <c:pt idx="8">
                  <c:v>11.5</c:v>
                </c:pt>
                <c:pt idx="9">
                  <c:v>11.6</c:v>
                </c:pt>
                <c:pt idx="10">
                  <c:v>11.5</c:v>
                </c:pt>
                <c:pt idx="11">
                  <c:v>11.6</c:v>
                </c:pt>
                <c:pt idx="12">
                  <c:v>11.5</c:v>
                </c:pt>
                <c:pt idx="13">
                  <c:v>11.3</c:v>
                </c:pt>
                <c:pt idx="14">
                  <c:v>11.2</c:v>
                </c:pt>
                <c:pt idx="15">
                  <c:v>11.3</c:v>
                </c:pt>
                <c:pt idx="16">
                  <c:v>11.5</c:v>
                </c:pt>
                <c:pt idx="17">
                  <c:v>11.6</c:v>
                </c:pt>
                <c:pt idx="18">
                  <c:v>11.5</c:v>
                </c:pt>
                <c:pt idx="19">
                  <c:v>11.4</c:v>
                </c:pt>
                <c:pt idx="20">
                  <c:v>11.2</c:v>
                </c:pt>
                <c:pt idx="21">
                  <c:v>11.2</c:v>
                </c:pt>
                <c:pt idx="22">
                  <c:v>11.2</c:v>
                </c:pt>
                <c:pt idx="23">
                  <c:v>11.5</c:v>
                </c:pt>
                <c:pt idx="24">
                  <c:v>12.2</c:v>
                </c:pt>
                <c:pt idx="25">
                  <c:v>13.4</c:v>
                </c:pt>
                <c:pt idx="26">
                  <c:v>13.6</c:v>
                </c:pt>
                <c:pt idx="27">
                  <c:v>13.9</c:v>
                </c:pt>
                <c:pt idx="28">
                  <c:v>13.6</c:v>
                </c:pt>
                <c:pt idx="29">
                  <c:v>13.6</c:v>
                </c:pt>
                <c:pt idx="30">
                  <c:v>13.9</c:v>
                </c:pt>
                <c:pt idx="31">
                  <c:v>14.1</c:v>
                </c:pt>
                <c:pt idx="32">
                  <c:v>14.2</c:v>
                </c:pt>
                <c:pt idx="33">
                  <c:v>14.2</c:v>
                </c:pt>
                <c:pt idx="34">
                  <c:v>14</c:v>
                </c:pt>
                <c:pt idx="35">
                  <c:v>14.3</c:v>
                </c:pt>
                <c:pt idx="36">
                  <c:v>14.3</c:v>
                </c:pt>
                <c:pt idx="37">
                  <c:v>14.3</c:v>
                </c:pt>
                <c:pt idx="38">
                  <c:v>14.5</c:v>
                </c:pt>
                <c:pt idx="39">
                  <c:v>14.5</c:v>
                </c:pt>
                <c:pt idx="40">
                  <c:v>14.5</c:v>
                </c:pt>
                <c:pt idx="41">
                  <c:v>14.7</c:v>
                </c:pt>
                <c:pt idx="42">
                  <c:v>15</c:v>
                </c:pt>
                <c:pt idx="43">
                  <c:v>15.3</c:v>
                </c:pt>
                <c:pt idx="44">
                  <c:v>15.8</c:v>
                </c:pt>
                <c:pt idx="45">
                  <c:v>16.600000000000001</c:v>
                </c:pt>
                <c:pt idx="46">
                  <c:v>16</c:v>
                </c:pt>
                <c:pt idx="47">
                  <c:v>15.8</c:v>
                </c:pt>
                <c:pt idx="48">
                  <c:v>15.6</c:v>
                </c:pt>
                <c:pt idx="49">
                  <c:v>15.3</c:v>
                </c:pt>
                <c:pt idx="50">
                  <c:v>15.1</c:v>
                </c:pt>
                <c:pt idx="51">
                  <c:v>15.2</c:v>
                </c:pt>
                <c:pt idx="52">
                  <c:v>14.8</c:v>
                </c:pt>
                <c:pt idx="53">
                  <c:v>14.9</c:v>
                </c:pt>
                <c:pt idx="54">
                  <c:v>14.8</c:v>
                </c:pt>
                <c:pt idx="55">
                  <c:v>14.7</c:v>
                </c:pt>
                <c:pt idx="56">
                  <c:v>14.8</c:v>
                </c:pt>
                <c:pt idx="57">
                  <c:v>14.5</c:v>
                </c:pt>
                <c:pt idx="58">
                  <c:v>14.5</c:v>
                </c:pt>
                <c:pt idx="59">
                  <c:v>14.6</c:v>
                </c:pt>
                <c:pt idx="60">
                  <c:v>14.6</c:v>
                </c:pt>
                <c:pt idx="61">
                  <c:v>14.4</c:v>
                </c:pt>
                <c:pt idx="62">
                  <c:v>14.4</c:v>
                </c:pt>
                <c:pt idx="63">
                  <c:v>14.4</c:v>
                </c:pt>
                <c:pt idx="64">
                  <c:v>14.3</c:v>
                </c:pt>
                <c:pt idx="65">
                  <c:v>14.1</c:v>
                </c:pt>
                <c:pt idx="66">
                  <c:v>14.2</c:v>
                </c:pt>
                <c:pt idx="67">
                  <c:v>14.3</c:v>
                </c:pt>
                <c:pt idx="68">
                  <c:v>14.1</c:v>
                </c:pt>
                <c:pt idx="69">
                  <c:v>14.3</c:v>
                </c:pt>
                <c:pt idx="70">
                  <c:v>14.2</c:v>
                </c:pt>
                <c:pt idx="71">
                  <c:v>14.5</c:v>
                </c:pt>
                <c:pt idx="72">
                  <c:v>14.7</c:v>
                </c:pt>
                <c:pt idx="73">
                  <c:v>14.3</c:v>
                </c:pt>
                <c:pt idx="74">
                  <c:v>14.4</c:v>
                </c:pt>
                <c:pt idx="75">
                  <c:v>14.2</c:v>
                </c:pt>
                <c:pt idx="76">
                  <c:v>14.1</c:v>
                </c:pt>
                <c:pt idx="77">
                  <c:v>14.3</c:v>
                </c:pt>
                <c:pt idx="78">
                  <c:v>14</c:v>
                </c:pt>
                <c:pt idx="79">
                  <c:v>13.8</c:v>
                </c:pt>
                <c:pt idx="80">
                  <c:v>13.8</c:v>
                </c:pt>
                <c:pt idx="81">
                  <c:v>13.9</c:v>
                </c:pt>
                <c:pt idx="82">
                  <c:v>13.8</c:v>
                </c:pt>
                <c:pt idx="83">
                  <c:v>13.8</c:v>
                </c:pt>
                <c:pt idx="84">
                  <c:v>13.9</c:v>
                </c:pt>
                <c:pt idx="85">
                  <c:v>13.8</c:v>
                </c:pt>
                <c:pt idx="86">
                  <c:v>13.7</c:v>
                </c:pt>
                <c:pt idx="87">
                  <c:v>13.8</c:v>
                </c:pt>
                <c:pt idx="88">
                  <c:v>29.1</c:v>
                </c:pt>
                <c:pt idx="89">
                  <c:v>11.4</c:v>
                </c:pt>
                <c:pt idx="90">
                  <c:v>11.5</c:v>
                </c:pt>
                <c:pt idx="91">
                  <c:v>11.5</c:v>
                </c:pt>
                <c:pt idx="92">
                  <c:v>11.5</c:v>
                </c:pt>
                <c:pt idx="93">
                  <c:v>11.6</c:v>
                </c:pt>
                <c:pt idx="94">
                  <c:v>11.4</c:v>
                </c:pt>
                <c:pt idx="95">
                  <c:v>11.3</c:v>
                </c:pt>
                <c:pt idx="96">
                  <c:v>11.2</c:v>
                </c:pt>
                <c:pt idx="97">
                  <c:v>11.1</c:v>
                </c:pt>
                <c:pt idx="98">
                  <c:v>11.2</c:v>
                </c:pt>
                <c:pt idx="99">
                  <c:v>11.1</c:v>
                </c:pt>
                <c:pt idx="100">
                  <c:v>11.1</c:v>
                </c:pt>
                <c:pt idx="101">
                  <c:v>11.1</c:v>
                </c:pt>
                <c:pt idx="102">
                  <c:v>11.1</c:v>
                </c:pt>
                <c:pt idx="103">
                  <c:v>11.2</c:v>
                </c:pt>
                <c:pt idx="104">
                  <c:v>11.2</c:v>
                </c:pt>
                <c:pt idx="105">
                  <c:v>11.3</c:v>
                </c:pt>
                <c:pt idx="106">
                  <c:v>11.2</c:v>
                </c:pt>
                <c:pt idx="107">
                  <c:v>11.2</c:v>
                </c:pt>
                <c:pt idx="108">
                  <c:v>11.1</c:v>
                </c:pt>
                <c:pt idx="109">
                  <c:v>11.1</c:v>
                </c:pt>
                <c:pt idx="110">
                  <c:v>11</c:v>
                </c:pt>
                <c:pt idx="111">
                  <c:v>11.1</c:v>
                </c:pt>
                <c:pt idx="112">
                  <c:v>11</c:v>
                </c:pt>
                <c:pt idx="113">
                  <c:v>11.1</c:v>
                </c:pt>
                <c:pt idx="114">
                  <c:v>11</c:v>
                </c:pt>
                <c:pt idx="115">
                  <c:v>11.1</c:v>
                </c:pt>
                <c:pt idx="116">
                  <c:v>11</c:v>
                </c:pt>
                <c:pt idx="117">
                  <c:v>11.2</c:v>
                </c:pt>
                <c:pt idx="118">
                  <c:v>11.5</c:v>
                </c:pt>
                <c:pt idx="119">
                  <c:v>11.2</c:v>
                </c:pt>
                <c:pt idx="120">
                  <c:v>11.1</c:v>
                </c:pt>
                <c:pt idx="121">
                  <c:v>11.1</c:v>
                </c:pt>
                <c:pt idx="122">
                  <c:v>11.2</c:v>
                </c:pt>
                <c:pt idx="123">
                  <c:v>11.2</c:v>
                </c:pt>
                <c:pt idx="124">
                  <c:v>11.3</c:v>
                </c:pt>
                <c:pt idx="125">
                  <c:v>11.3</c:v>
                </c:pt>
                <c:pt idx="126">
                  <c:v>11.3</c:v>
                </c:pt>
                <c:pt idx="127">
                  <c:v>11.4</c:v>
                </c:pt>
                <c:pt idx="128">
                  <c:v>11.3</c:v>
                </c:pt>
                <c:pt idx="129">
                  <c:v>11.4</c:v>
                </c:pt>
                <c:pt idx="130">
                  <c:v>11.4</c:v>
                </c:pt>
                <c:pt idx="131">
                  <c:v>11.6</c:v>
                </c:pt>
                <c:pt idx="132">
                  <c:v>11.6</c:v>
                </c:pt>
                <c:pt idx="133">
                  <c:v>11.6</c:v>
                </c:pt>
                <c:pt idx="134">
                  <c:v>11.5</c:v>
                </c:pt>
                <c:pt idx="135">
                  <c:v>11.6</c:v>
                </c:pt>
                <c:pt idx="136">
                  <c:v>11.7</c:v>
                </c:pt>
                <c:pt idx="137">
                  <c:v>11.5</c:v>
                </c:pt>
                <c:pt idx="138">
                  <c:v>11.4</c:v>
                </c:pt>
                <c:pt idx="139">
                  <c:v>11.5</c:v>
                </c:pt>
                <c:pt idx="140">
                  <c:v>11.4</c:v>
                </c:pt>
                <c:pt idx="141">
                  <c:v>11.3</c:v>
                </c:pt>
                <c:pt idx="142">
                  <c:v>11.2</c:v>
                </c:pt>
                <c:pt idx="143">
                  <c:v>11.3</c:v>
                </c:pt>
                <c:pt idx="144">
                  <c:v>11.3</c:v>
                </c:pt>
                <c:pt idx="145">
                  <c:v>11.3</c:v>
                </c:pt>
                <c:pt idx="146">
                  <c:v>11.3</c:v>
                </c:pt>
                <c:pt idx="147">
                  <c:v>27.4</c:v>
                </c:pt>
                <c:pt idx="148">
                  <c:v>11.3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E5-4BFC-973C-50E5364A8C85}"/>
            </c:ext>
          </c:extLst>
        </c:ser>
        <c:ser>
          <c:idx val="3"/>
          <c:order val="3"/>
          <c:tx>
            <c:strRef>
              <c:f>Tennis_Details!$L$1</c:f>
              <c:strCache>
                <c:ptCount val="1"/>
                <c:pt idx="0">
                  <c:v>TSS_Checks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Tennis_Details!$L$2:$L$150</c:f>
              <c:numCache>
                <c:formatCode>General</c:formatCode>
                <c:ptCount val="149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25</c:v>
                </c:pt>
                <c:pt idx="19">
                  <c:v>25</c:v>
                </c:pt>
                <c:pt idx="20">
                  <c:v>25</c:v>
                </c:pt>
                <c:pt idx="21">
                  <c:v>25</c:v>
                </c:pt>
                <c:pt idx="22">
                  <c:v>25</c:v>
                </c:pt>
                <c:pt idx="23">
                  <c:v>25</c:v>
                </c:pt>
                <c:pt idx="24">
                  <c:v>25</c:v>
                </c:pt>
                <c:pt idx="25">
                  <c:v>25</c:v>
                </c:pt>
                <c:pt idx="26">
                  <c:v>25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25</c:v>
                </c:pt>
                <c:pt idx="31">
                  <c:v>25</c:v>
                </c:pt>
                <c:pt idx="32">
                  <c:v>25</c:v>
                </c:pt>
                <c:pt idx="33">
                  <c:v>25</c:v>
                </c:pt>
                <c:pt idx="34">
                  <c:v>25</c:v>
                </c:pt>
                <c:pt idx="35">
                  <c:v>25</c:v>
                </c:pt>
                <c:pt idx="36">
                  <c:v>25</c:v>
                </c:pt>
                <c:pt idx="37">
                  <c:v>25</c:v>
                </c:pt>
                <c:pt idx="38">
                  <c:v>25</c:v>
                </c:pt>
                <c:pt idx="39">
                  <c:v>25</c:v>
                </c:pt>
                <c:pt idx="40">
                  <c:v>25</c:v>
                </c:pt>
                <c:pt idx="41">
                  <c:v>25</c:v>
                </c:pt>
                <c:pt idx="42">
                  <c:v>25</c:v>
                </c:pt>
                <c:pt idx="43">
                  <c:v>25</c:v>
                </c:pt>
                <c:pt idx="44">
                  <c:v>25</c:v>
                </c:pt>
                <c:pt idx="45">
                  <c:v>25</c:v>
                </c:pt>
                <c:pt idx="46">
                  <c:v>25</c:v>
                </c:pt>
                <c:pt idx="47">
                  <c:v>25</c:v>
                </c:pt>
                <c:pt idx="48">
                  <c:v>25</c:v>
                </c:pt>
                <c:pt idx="49">
                  <c:v>25</c:v>
                </c:pt>
                <c:pt idx="50">
                  <c:v>25</c:v>
                </c:pt>
                <c:pt idx="51">
                  <c:v>25</c:v>
                </c:pt>
                <c:pt idx="52">
                  <c:v>25</c:v>
                </c:pt>
                <c:pt idx="53">
                  <c:v>25</c:v>
                </c:pt>
                <c:pt idx="54">
                  <c:v>25</c:v>
                </c:pt>
                <c:pt idx="55">
                  <c:v>25</c:v>
                </c:pt>
                <c:pt idx="56">
                  <c:v>25</c:v>
                </c:pt>
                <c:pt idx="57">
                  <c:v>25</c:v>
                </c:pt>
                <c:pt idx="58">
                  <c:v>25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25</c:v>
                </c:pt>
                <c:pt idx="67">
                  <c:v>25</c:v>
                </c:pt>
                <c:pt idx="68">
                  <c:v>25</c:v>
                </c:pt>
                <c:pt idx="69">
                  <c:v>25</c:v>
                </c:pt>
                <c:pt idx="70">
                  <c:v>25</c:v>
                </c:pt>
                <c:pt idx="71">
                  <c:v>25</c:v>
                </c:pt>
                <c:pt idx="72">
                  <c:v>25</c:v>
                </c:pt>
                <c:pt idx="73">
                  <c:v>25</c:v>
                </c:pt>
                <c:pt idx="74">
                  <c:v>25</c:v>
                </c:pt>
                <c:pt idx="75">
                  <c:v>25</c:v>
                </c:pt>
                <c:pt idx="76">
                  <c:v>25</c:v>
                </c:pt>
                <c:pt idx="77">
                  <c:v>25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25</c:v>
                </c:pt>
                <c:pt idx="99">
                  <c:v>25</c:v>
                </c:pt>
                <c:pt idx="100">
                  <c:v>25</c:v>
                </c:pt>
                <c:pt idx="101">
                  <c:v>25</c:v>
                </c:pt>
                <c:pt idx="102">
                  <c:v>25</c:v>
                </c:pt>
                <c:pt idx="103">
                  <c:v>25</c:v>
                </c:pt>
                <c:pt idx="104">
                  <c:v>25</c:v>
                </c:pt>
                <c:pt idx="105">
                  <c:v>25</c:v>
                </c:pt>
                <c:pt idx="106">
                  <c:v>25</c:v>
                </c:pt>
                <c:pt idx="107">
                  <c:v>25</c:v>
                </c:pt>
                <c:pt idx="108">
                  <c:v>25</c:v>
                </c:pt>
                <c:pt idx="109">
                  <c:v>25</c:v>
                </c:pt>
                <c:pt idx="110">
                  <c:v>25</c:v>
                </c:pt>
                <c:pt idx="111">
                  <c:v>25</c:v>
                </c:pt>
                <c:pt idx="112">
                  <c:v>25</c:v>
                </c:pt>
                <c:pt idx="113">
                  <c:v>25</c:v>
                </c:pt>
                <c:pt idx="114">
                  <c:v>25</c:v>
                </c:pt>
                <c:pt idx="115">
                  <c:v>25</c:v>
                </c:pt>
                <c:pt idx="116">
                  <c:v>25</c:v>
                </c:pt>
                <c:pt idx="117">
                  <c:v>25</c:v>
                </c:pt>
                <c:pt idx="118">
                  <c:v>25</c:v>
                </c:pt>
                <c:pt idx="119">
                  <c:v>25</c:v>
                </c:pt>
                <c:pt idx="120">
                  <c:v>25</c:v>
                </c:pt>
                <c:pt idx="121">
                  <c:v>25</c:v>
                </c:pt>
                <c:pt idx="122">
                  <c:v>25</c:v>
                </c:pt>
                <c:pt idx="123">
                  <c:v>25</c:v>
                </c:pt>
                <c:pt idx="124">
                  <c:v>25</c:v>
                </c:pt>
                <c:pt idx="125">
                  <c:v>25</c:v>
                </c:pt>
                <c:pt idx="126">
                  <c:v>25</c:v>
                </c:pt>
                <c:pt idx="127">
                  <c:v>25</c:v>
                </c:pt>
                <c:pt idx="128">
                  <c:v>25</c:v>
                </c:pt>
                <c:pt idx="129">
                  <c:v>25</c:v>
                </c:pt>
                <c:pt idx="130">
                  <c:v>25</c:v>
                </c:pt>
                <c:pt idx="131">
                  <c:v>25</c:v>
                </c:pt>
                <c:pt idx="132">
                  <c:v>25</c:v>
                </c:pt>
                <c:pt idx="133">
                  <c:v>25</c:v>
                </c:pt>
                <c:pt idx="134">
                  <c:v>25</c:v>
                </c:pt>
                <c:pt idx="135">
                  <c:v>25</c:v>
                </c:pt>
                <c:pt idx="136">
                  <c:v>25</c:v>
                </c:pt>
                <c:pt idx="137">
                  <c:v>25</c:v>
                </c:pt>
                <c:pt idx="138">
                  <c:v>25</c:v>
                </c:pt>
                <c:pt idx="139">
                  <c:v>25</c:v>
                </c:pt>
                <c:pt idx="140">
                  <c:v>25</c:v>
                </c:pt>
                <c:pt idx="141">
                  <c:v>25</c:v>
                </c:pt>
                <c:pt idx="142">
                  <c:v>25</c:v>
                </c:pt>
                <c:pt idx="143">
                  <c:v>25</c:v>
                </c:pt>
                <c:pt idx="144">
                  <c:v>25</c:v>
                </c:pt>
                <c:pt idx="145">
                  <c:v>25</c:v>
                </c:pt>
                <c:pt idx="146">
                  <c:v>25</c:v>
                </c:pt>
                <c:pt idx="147">
                  <c:v>25</c:v>
                </c:pt>
                <c:pt idx="148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9E5-4BFC-973C-50E5364A8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1149711"/>
        <c:axId val="1626352687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Tennis_Details!$C$1</c15:sqref>
                        </c15:formulaRef>
                      </c:ext>
                    </c:extLst>
                    <c:strCache>
                      <c:ptCount val="1"/>
                      <c:pt idx="0">
                        <c:v>FullSearch_Checks</c:v>
                      </c:pt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Tennis_Details!$A$2:$A$150</c15:sqref>
                        </c15:formulaRef>
                      </c:ext>
                    </c:extLst>
                    <c:numCache>
                      <c:formatCode>General</c:formatCode>
                      <c:ptCount val="149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  <c:pt idx="32">
                        <c:v>32</c:v>
                      </c:pt>
                      <c:pt idx="33">
                        <c:v>33</c:v>
                      </c:pt>
                      <c:pt idx="34">
                        <c:v>34</c:v>
                      </c:pt>
                      <c:pt idx="35">
                        <c:v>35</c:v>
                      </c:pt>
                      <c:pt idx="36">
                        <c:v>36</c:v>
                      </c:pt>
                      <c:pt idx="37">
                        <c:v>37</c:v>
                      </c:pt>
                      <c:pt idx="38">
                        <c:v>38</c:v>
                      </c:pt>
                      <c:pt idx="39">
                        <c:v>39</c:v>
                      </c:pt>
                      <c:pt idx="40">
                        <c:v>40</c:v>
                      </c:pt>
                      <c:pt idx="41">
                        <c:v>41</c:v>
                      </c:pt>
                      <c:pt idx="42">
                        <c:v>42</c:v>
                      </c:pt>
                      <c:pt idx="43">
                        <c:v>43</c:v>
                      </c:pt>
                      <c:pt idx="44">
                        <c:v>44</c:v>
                      </c:pt>
                      <c:pt idx="45">
                        <c:v>45</c:v>
                      </c:pt>
                      <c:pt idx="46">
                        <c:v>46</c:v>
                      </c:pt>
                      <c:pt idx="47">
                        <c:v>47</c:v>
                      </c:pt>
                      <c:pt idx="48">
                        <c:v>48</c:v>
                      </c:pt>
                      <c:pt idx="49">
                        <c:v>49</c:v>
                      </c:pt>
                      <c:pt idx="50">
                        <c:v>50</c:v>
                      </c:pt>
                      <c:pt idx="51">
                        <c:v>51</c:v>
                      </c:pt>
                      <c:pt idx="52">
                        <c:v>52</c:v>
                      </c:pt>
                      <c:pt idx="53">
                        <c:v>53</c:v>
                      </c:pt>
                      <c:pt idx="54">
                        <c:v>54</c:v>
                      </c:pt>
                      <c:pt idx="55">
                        <c:v>55</c:v>
                      </c:pt>
                      <c:pt idx="56">
                        <c:v>56</c:v>
                      </c:pt>
                      <c:pt idx="57">
                        <c:v>57</c:v>
                      </c:pt>
                      <c:pt idx="58">
                        <c:v>58</c:v>
                      </c:pt>
                      <c:pt idx="59">
                        <c:v>59</c:v>
                      </c:pt>
                      <c:pt idx="60">
                        <c:v>60</c:v>
                      </c:pt>
                      <c:pt idx="61">
                        <c:v>61</c:v>
                      </c:pt>
                      <c:pt idx="62">
                        <c:v>62</c:v>
                      </c:pt>
                      <c:pt idx="63">
                        <c:v>63</c:v>
                      </c:pt>
                      <c:pt idx="64">
                        <c:v>64</c:v>
                      </c:pt>
                      <c:pt idx="65">
                        <c:v>65</c:v>
                      </c:pt>
                      <c:pt idx="66">
                        <c:v>66</c:v>
                      </c:pt>
                      <c:pt idx="67">
                        <c:v>67</c:v>
                      </c:pt>
                      <c:pt idx="68">
                        <c:v>68</c:v>
                      </c:pt>
                      <c:pt idx="69">
                        <c:v>69</c:v>
                      </c:pt>
                      <c:pt idx="70">
                        <c:v>70</c:v>
                      </c:pt>
                      <c:pt idx="71">
                        <c:v>71</c:v>
                      </c:pt>
                      <c:pt idx="72">
                        <c:v>72</c:v>
                      </c:pt>
                      <c:pt idx="73">
                        <c:v>73</c:v>
                      </c:pt>
                      <c:pt idx="74">
                        <c:v>74</c:v>
                      </c:pt>
                      <c:pt idx="75">
                        <c:v>75</c:v>
                      </c:pt>
                      <c:pt idx="76">
                        <c:v>76</c:v>
                      </c:pt>
                      <c:pt idx="77">
                        <c:v>77</c:v>
                      </c:pt>
                      <c:pt idx="78">
                        <c:v>78</c:v>
                      </c:pt>
                      <c:pt idx="79">
                        <c:v>79</c:v>
                      </c:pt>
                      <c:pt idx="80">
                        <c:v>80</c:v>
                      </c:pt>
                      <c:pt idx="81">
                        <c:v>81</c:v>
                      </c:pt>
                      <c:pt idx="82">
                        <c:v>82</c:v>
                      </c:pt>
                      <c:pt idx="83">
                        <c:v>83</c:v>
                      </c:pt>
                      <c:pt idx="84">
                        <c:v>84</c:v>
                      </c:pt>
                      <c:pt idx="85">
                        <c:v>85</c:v>
                      </c:pt>
                      <c:pt idx="86">
                        <c:v>86</c:v>
                      </c:pt>
                      <c:pt idx="87">
                        <c:v>87</c:v>
                      </c:pt>
                      <c:pt idx="88">
                        <c:v>88</c:v>
                      </c:pt>
                      <c:pt idx="89">
                        <c:v>89</c:v>
                      </c:pt>
                      <c:pt idx="90">
                        <c:v>90</c:v>
                      </c:pt>
                      <c:pt idx="91">
                        <c:v>91</c:v>
                      </c:pt>
                      <c:pt idx="92">
                        <c:v>92</c:v>
                      </c:pt>
                      <c:pt idx="93">
                        <c:v>93</c:v>
                      </c:pt>
                      <c:pt idx="94">
                        <c:v>94</c:v>
                      </c:pt>
                      <c:pt idx="95">
                        <c:v>95</c:v>
                      </c:pt>
                      <c:pt idx="96">
                        <c:v>96</c:v>
                      </c:pt>
                      <c:pt idx="97">
                        <c:v>97</c:v>
                      </c:pt>
                      <c:pt idx="98">
                        <c:v>98</c:v>
                      </c:pt>
                      <c:pt idx="99">
                        <c:v>99</c:v>
                      </c:pt>
                      <c:pt idx="100">
                        <c:v>100</c:v>
                      </c:pt>
                      <c:pt idx="101">
                        <c:v>101</c:v>
                      </c:pt>
                      <c:pt idx="102">
                        <c:v>102</c:v>
                      </c:pt>
                      <c:pt idx="103">
                        <c:v>103</c:v>
                      </c:pt>
                      <c:pt idx="104">
                        <c:v>104</c:v>
                      </c:pt>
                      <c:pt idx="105">
                        <c:v>105</c:v>
                      </c:pt>
                      <c:pt idx="106">
                        <c:v>106</c:v>
                      </c:pt>
                      <c:pt idx="107">
                        <c:v>107</c:v>
                      </c:pt>
                      <c:pt idx="108">
                        <c:v>108</c:v>
                      </c:pt>
                      <c:pt idx="109">
                        <c:v>109</c:v>
                      </c:pt>
                      <c:pt idx="110">
                        <c:v>110</c:v>
                      </c:pt>
                      <c:pt idx="111">
                        <c:v>111</c:v>
                      </c:pt>
                      <c:pt idx="112">
                        <c:v>112</c:v>
                      </c:pt>
                      <c:pt idx="113">
                        <c:v>113</c:v>
                      </c:pt>
                      <c:pt idx="114">
                        <c:v>114</c:v>
                      </c:pt>
                      <c:pt idx="115">
                        <c:v>115</c:v>
                      </c:pt>
                      <c:pt idx="116">
                        <c:v>116</c:v>
                      </c:pt>
                      <c:pt idx="117">
                        <c:v>117</c:v>
                      </c:pt>
                      <c:pt idx="118">
                        <c:v>118</c:v>
                      </c:pt>
                      <c:pt idx="119">
                        <c:v>119</c:v>
                      </c:pt>
                      <c:pt idx="120">
                        <c:v>120</c:v>
                      </c:pt>
                      <c:pt idx="121">
                        <c:v>121</c:v>
                      </c:pt>
                      <c:pt idx="122">
                        <c:v>122</c:v>
                      </c:pt>
                      <c:pt idx="123">
                        <c:v>123</c:v>
                      </c:pt>
                      <c:pt idx="124">
                        <c:v>124</c:v>
                      </c:pt>
                      <c:pt idx="125">
                        <c:v>125</c:v>
                      </c:pt>
                      <c:pt idx="126">
                        <c:v>126</c:v>
                      </c:pt>
                      <c:pt idx="127">
                        <c:v>127</c:v>
                      </c:pt>
                      <c:pt idx="128">
                        <c:v>128</c:v>
                      </c:pt>
                      <c:pt idx="129">
                        <c:v>129</c:v>
                      </c:pt>
                      <c:pt idx="130">
                        <c:v>130</c:v>
                      </c:pt>
                      <c:pt idx="131">
                        <c:v>131</c:v>
                      </c:pt>
                      <c:pt idx="132">
                        <c:v>132</c:v>
                      </c:pt>
                      <c:pt idx="133">
                        <c:v>133</c:v>
                      </c:pt>
                      <c:pt idx="134">
                        <c:v>134</c:v>
                      </c:pt>
                      <c:pt idx="135">
                        <c:v>135</c:v>
                      </c:pt>
                      <c:pt idx="136">
                        <c:v>136</c:v>
                      </c:pt>
                      <c:pt idx="137">
                        <c:v>137</c:v>
                      </c:pt>
                      <c:pt idx="138">
                        <c:v>138</c:v>
                      </c:pt>
                      <c:pt idx="139">
                        <c:v>139</c:v>
                      </c:pt>
                      <c:pt idx="140">
                        <c:v>140</c:v>
                      </c:pt>
                      <c:pt idx="141">
                        <c:v>141</c:v>
                      </c:pt>
                      <c:pt idx="142">
                        <c:v>142</c:v>
                      </c:pt>
                      <c:pt idx="143">
                        <c:v>143</c:v>
                      </c:pt>
                      <c:pt idx="144">
                        <c:v>144</c:v>
                      </c:pt>
                      <c:pt idx="145">
                        <c:v>145</c:v>
                      </c:pt>
                      <c:pt idx="146">
                        <c:v>146</c:v>
                      </c:pt>
                      <c:pt idx="147">
                        <c:v>147</c:v>
                      </c:pt>
                      <c:pt idx="148">
                        <c:v>148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Tennis_Details!$C$2:$C$150</c15:sqref>
                        </c15:formulaRef>
                      </c:ext>
                    </c:extLst>
                    <c:numCache>
                      <c:formatCode>General</c:formatCode>
                      <c:ptCount val="149"/>
                      <c:pt idx="0">
                        <c:v>4225</c:v>
                      </c:pt>
                      <c:pt idx="1">
                        <c:v>4225</c:v>
                      </c:pt>
                      <c:pt idx="2">
                        <c:v>4225</c:v>
                      </c:pt>
                      <c:pt idx="3">
                        <c:v>4225</c:v>
                      </c:pt>
                      <c:pt idx="4">
                        <c:v>4225</c:v>
                      </c:pt>
                      <c:pt idx="5">
                        <c:v>4225</c:v>
                      </c:pt>
                      <c:pt idx="6">
                        <c:v>4225</c:v>
                      </c:pt>
                      <c:pt idx="7">
                        <c:v>4225</c:v>
                      </c:pt>
                      <c:pt idx="8">
                        <c:v>4225</c:v>
                      </c:pt>
                      <c:pt idx="9">
                        <c:v>4225</c:v>
                      </c:pt>
                      <c:pt idx="10">
                        <c:v>4225</c:v>
                      </c:pt>
                      <c:pt idx="11">
                        <c:v>4225</c:v>
                      </c:pt>
                      <c:pt idx="12">
                        <c:v>4225</c:v>
                      </c:pt>
                      <c:pt idx="13">
                        <c:v>4225</c:v>
                      </c:pt>
                      <c:pt idx="14">
                        <c:v>4225</c:v>
                      </c:pt>
                      <c:pt idx="15">
                        <c:v>4225</c:v>
                      </c:pt>
                      <c:pt idx="16">
                        <c:v>4225</c:v>
                      </c:pt>
                      <c:pt idx="17">
                        <c:v>4225</c:v>
                      </c:pt>
                      <c:pt idx="18">
                        <c:v>4225</c:v>
                      </c:pt>
                      <c:pt idx="19">
                        <c:v>4225</c:v>
                      </c:pt>
                      <c:pt idx="20">
                        <c:v>4225</c:v>
                      </c:pt>
                      <c:pt idx="21">
                        <c:v>4225</c:v>
                      </c:pt>
                      <c:pt idx="22">
                        <c:v>4225</c:v>
                      </c:pt>
                      <c:pt idx="23">
                        <c:v>4225</c:v>
                      </c:pt>
                      <c:pt idx="24">
                        <c:v>4225</c:v>
                      </c:pt>
                      <c:pt idx="25">
                        <c:v>4225</c:v>
                      </c:pt>
                      <c:pt idx="26">
                        <c:v>4225</c:v>
                      </c:pt>
                      <c:pt idx="27">
                        <c:v>4225</c:v>
                      </c:pt>
                      <c:pt idx="28">
                        <c:v>4225</c:v>
                      </c:pt>
                      <c:pt idx="29">
                        <c:v>4225</c:v>
                      </c:pt>
                      <c:pt idx="30">
                        <c:v>4225</c:v>
                      </c:pt>
                      <c:pt idx="31">
                        <c:v>4225</c:v>
                      </c:pt>
                      <c:pt idx="32">
                        <c:v>4225</c:v>
                      </c:pt>
                      <c:pt idx="33">
                        <c:v>4225</c:v>
                      </c:pt>
                      <c:pt idx="34">
                        <c:v>4225</c:v>
                      </c:pt>
                      <c:pt idx="35">
                        <c:v>4225</c:v>
                      </c:pt>
                      <c:pt idx="36">
                        <c:v>4225</c:v>
                      </c:pt>
                      <c:pt idx="37">
                        <c:v>4225</c:v>
                      </c:pt>
                      <c:pt idx="38">
                        <c:v>4225</c:v>
                      </c:pt>
                      <c:pt idx="39">
                        <c:v>4225</c:v>
                      </c:pt>
                      <c:pt idx="40">
                        <c:v>4225</c:v>
                      </c:pt>
                      <c:pt idx="41">
                        <c:v>4225</c:v>
                      </c:pt>
                      <c:pt idx="42">
                        <c:v>4225</c:v>
                      </c:pt>
                      <c:pt idx="43">
                        <c:v>4225</c:v>
                      </c:pt>
                      <c:pt idx="44">
                        <c:v>4225</c:v>
                      </c:pt>
                      <c:pt idx="45">
                        <c:v>4225</c:v>
                      </c:pt>
                      <c:pt idx="46">
                        <c:v>4225</c:v>
                      </c:pt>
                      <c:pt idx="47">
                        <c:v>4225</c:v>
                      </c:pt>
                      <c:pt idx="48">
                        <c:v>4225</c:v>
                      </c:pt>
                      <c:pt idx="49">
                        <c:v>4225</c:v>
                      </c:pt>
                      <c:pt idx="50">
                        <c:v>4225</c:v>
                      </c:pt>
                      <c:pt idx="51">
                        <c:v>4225</c:v>
                      </c:pt>
                      <c:pt idx="52">
                        <c:v>4225</c:v>
                      </c:pt>
                      <c:pt idx="53">
                        <c:v>4225</c:v>
                      </c:pt>
                      <c:pt idx="54">
                        <c:v>4225</c:v>
                      </c:pt>
                      <c:pt idx="55">
                        <c:v>4225</c:v>
                      </c:pt>
                      <c:pt idx="56">
                        <c:v>4225</c:v>
                      </c:pt>
                      <c:pt idx="57">
                        <c:v>4225</c:v>
                      </c:pt>
                      <c:pt idx="58">
                        <c:v>4225</c:v>
                      </c:pt>
                      <c:pt idx="59">
                        <c:v>4225</c:v>
                      </c:pt>
                      <c:pt idx="60">
                        <c:v>4225</c:v>
                      </c:pt>
                      <c:pt idx="61">
                        <c:v>4225</c:v>
                      </c:pt>
                      <c:pt idx="62">
                        <c:v>4225</c:v>
                      </c:pt>
                      <c:pt idx="63">
                        <c:v>4225</c:v>
                      </c:pt>
                      <c:pt idx="64">
                        <c:v>4225</c:v>
                      </c:pt>
                      <c:pt idx="65">
                        <c:v>4225</c:v>
                      </c:pt>
                      <c:pt idx="66">
                        <c:v>4225</c:v>
                      </c:pt>
                      <c:pt idx="67">
                        <c:v>4225</c:v>
                      </c:pt>
                      <c:pt idx="68">
                        <c:v>4225</c:v>
                      </c:pt>
                      <c:pt idx="69">
                        <c:v>4225</c:v>
                      </c:pt>
                      <c:pt idx="70">
                        <c:v>4225</c:v>
                      </c:pt>
                      <c:pt idx="71">
                        <c:v>4225</c:v>
                      </c:pt>
                      <c:pt idx="72">
                        <c:v>4225</c:v>
                      </c:pt>
                      <c:pt idx="73">
                        <c:v>4225</c:v>
                      </c:pt>
                      <c:pt idx="74">
                        <c:v>4225</c:v>
                      </c:pt>
                      <c:pt idx="75">
                        <c:v>4225</c:v>
                      </c:pt>
                      <c:pt idx="76">
                        <c:v>4225</c:v>
                      </c:pt>
                      <c:pt idx="77">
                        <c:v>4225</c:v>
                      </c:pt>
                      <c:pt idx="78">
                        <c:v>4225</c:v>
                      </c:pt>
                      <c:pt idx="79">
                        <c:v>4225</c:v>
                      </c:pt>
                      <c:pt idx="80">
                        <c:v>4225</c:v>
                      </c:pt>
                      <c:pt idx="81">
                        <c:v>4225</c:v>
                      </c:pt>
                      <c:pt idx="82">
                        <c:v>4225</c:v>
                      </c:pt>
                      <c:pt idx="83">
                        <c:v>4225</c:v>
                      </c:pt>
                      <c:pt idx="84">
                        <c:v>4225</c:v>
                      </c:pt>
                      <c:pt idx="85">
                        <c:v>4225</c:v>
                      </c:pt>
                      <c:pt idx="86">
                        <c:v>4225</c:v>
                      </c:pt>
                      <c:pt idx="87">
                        <c:v>4225</c:v>
                      </c:pt>
                      <c:pt idx="88">
                        <c:v>4225</c:v>
                      </c:pt>
                      <c:pt idx="89">
                        <c:v>4225</c:v>
                      </c:pt>
                      <c:pt idx="90">
                        <c:v>4225</c:v>
                      </c:pt>
                      <c:pt idx="91">
                        <c:v>4225</c:v>
                      </c:pt>
                      <c:pt idx="92">
                        <c:v>4225</c:v>
                      </c:pt>
                      <c:pt idx="93">
                        <c:v>4225</c:v>
                      </c:pt>
                      <c:pt idx="94">
                        <c:v>4225</c:v>
                      </c:pt>
                      <c:pt idx="95">
                        <c:v>4225</c:v>
                      </c:pt>
                      <c:pt idx="96">
                        <c:v>4225</c:v>
                      </c:pt>
                      <c:pt idx="97">
                        <c:v>4225</c:v>
                      </c:pt>
                      <c:pt idx="98">
                        <c:v>4225</c:v>
                      </c:pt>
                      <c:pt idx="99">
                        <c:v>4225</c:v>
                      </c:pt>
                      <c:pt idx="100">
                        <c:v>4225</c:v>
                      </c:pt>
                      <c:pt idx="101">
                        <c:v>4225</c:v>
                      </c:pt>
                      <c:pt idx="102">
                        <c:v>4225</c:v>
                      </c:pt>
                      <c:pt idx="103">
                        <c:v>4225</c:v>
                      </c:pt>
                      <c:pt idx="104">
                        <c:v>4225</c:v>
                      </c:pt>
                      <c:pt idx="105">
                        <c:v>4225</c:v>
                      </c:pt>
                      <c:pt idx="106">
                        <c:v>4225</c:v>
                      </c:pt>
                      <c:pt idx="107">
                        <c:v>4225</c:v>
                      </c:pt>
                      <c:pt idx="108">
                        <c:v>4225</c:v>
                      </c:pt>
                      <c:pt idx="109">
                        <c:v>4225</c:v>
                      </c:pt>
                      <c:pt idx="110">
                        <c:v>4225</c:v>
                      </c:pt>
                      <c:pt idx="111">
                        <c:v>4225</c:v>
                      </c:pt>
                      <c:pt idx="112">
                        <c:v>4225</c:v>
                      </c:pt>
                      <c:pt idx="113">
                        <c:v>4225</c:v>
                      </c:pt>
                      <c:pt idx="114">
                        <c:v>4225</c:v>
                      </c:pt>
                      <c:pt idx="115">
                        <c:v>4225</c:v>
                      </c:pt>
                      <c:pt idx="116">
                        <c:v>4225</c:v>
                      </c:pt>
                      <c:pt idx="117">
                        <c:v>4225</c:v>
                      </c:pt>
                      <c:pt idx="118">
                        <c:v>4225</c:v>
                      </c:pt>
                      <c:pt idx="119">
                        <c:v>4225</c:v>
                      </c:pt>
                      <c:pt idx="120">
                        <c:v>4225</c:v>
                      </c:pt>
                      <c:pt idx="121">
                        <c:v>4225</c:v>
                      </c:pt>
                      <c:pt idx="122">
                        <c:v>4225</c:v>
                      </c:pt>
                      <c:pt idx="123">
                        <c:v>4225</c:v>
                      </c:pt>
                      <c:pt idx="124">
                        <c:v>4225</c:v>
                      </c:pt>
                      <c:pt idx="125">
                        <c:v>4225</c:v>
                      </c:pt>
                      <c:pt idx="126">
                        <c:v>4225</c:v>
                      </c:pt>
                      <c:pt idx="127">
                        <c:v>4225</c:v>
                      </c:pt>
                      <c:pt idx="128">
                        <c:v>4225</c:v>
                      </c:pt>
                      <c:pt idx="129">
                        <c:v>4225</c:v>
                      </c:pt>
                      <c:pt idx="130">
                        <c:v>4225</c:v>
                      </c:pt>
                      <c:pt idx="131">
                        <c:v>4225</c:v>
                      </c:pt>
                      <c:pt idx="132">
                        <c:v>4225</c:v>
                      </c:pt>
                      <c:pt idx="133">
                        <c:v>4225</c:v>
                      </c:pt>
                      <c:pt idx="134">
                        <c:v>4225</c:v>
                      </c:pt>
                      <c:pt idx="135">
                        <c:v>4225</c:v>
                      </c:pt>
                      <c:pt idx="136">
                        <c:v>4225</c:v>
                      </c:pt>
                      <c:pt idx="137">
                        <c:v>4225</c:v>
                      </c:pt>
                      <c:pt idx="138">
                        <c:v>4225</c:v>
                      </c:pt>
                      <c:pt idx="139">
                        <c:v>4225</c:v>
                      </c:pt>
                      <c:pt idx="140">
                        <c:v>4225</c:v>
                      </c:pt>
                      <c:pt idx="141">
                        <c:v>4225</c:v>
                      </c:pt>
                      <c:pt idx="142">
                        <c:v>4225</c:v>
                      </c:pt>
                      <c:pt idx="143">
                        <c:v>4225</c:v>
                      </c:pt>
                      <c:pt idx="144">
                        <c:v>4225</c:v>
                      </c:pt>
                      <c:pt idx="145">
                        <c:v>4225</c:v>
                      </c:pt>
                      <c:pt idx="146">
                        <c:v>4225</c:v>
                      </c:pt>
                      <c:pt idx="147">
                        <c:v>4225</c:v>
                      </c:pt>
                      <c:pt idx="148">
                        <c:v>4225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09E5-4BFC-973C-50E5364A8C85}"/>
                  </c:ext>
                </c:extLst>
              </c15:ser>
            </c15:filteredScatterSeries>
          </c:ext>
        </c:extLst>
      </c:scatterChart>
      <c:valAx>
        <c:axId val="921149711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/>
                  <a:t>Full Search 4225</a:t>
                </a:r>
              </a:p>
            </c:rich>
          </c:tx>
          <c:layout>
            <c:manualLayout>
              <c:xMode val="edge"/>
              <c:yMode val="edge"/>
              <c:x val="0.35742394686312373"/>
              <c:y val="0.747752633296857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26352687"/>
        <c:crosses val="autoZero"/>
        <c:crossBetween val="midCat"/>
      </c:valAx>
      <c:valAx>
        <c:axId val="1626352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211497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C5A62-626C-4CE4-BA3D-CAEF9CD92A73}" type="datetimeFigureOut">
              <a:rPr lang="zh-TW" altLang="en-US" smtClean="0"/>
              <a:t>2026/1/2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339E6-983F-41A1-AC65-FAD592CFDB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09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教授、各位同學大家好，我是紀國勛。</a:t>
            </a:r>
            <a:endParaRPr lang="en-US" altLang="zh-TW" dirty="0"/>
          </a:p>
          <a:p>
            <a:r>
              <a:rPr lang="zh-TW" altLang="en-US" dirty="0"/>
              <a:t>我的題目是</a:t>
            </a:r>
            <a:r>
              <a:rPr lang="en-US" altLang="zh-TW" dirty="0"/>
              <a:t>Hexagon-Diamond Search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321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這邊是</a:t>
            </a:r>
            <a:r>
              <a:rPr lang="en-US" altLang="zh-TW" dirty="0"/>
              <a:t>3</a:t>
            </a:r>
            <a:r>
              <a:rPr lang="zh-TW" altLang="en-US" dirty="0"/>
              <a:t>個影片的</a:t>
            </a:r>
            <a:r>
              <a:rPr lang="en-US" altLang="zh-TW" dirty="0"/>
              <a:t>PSNR</a:t>
            </a:r>
            <a:r>
              <a:rPr lang="zh-TW" altLang="en-US" dirty="0"/>
              <a:t>及</a:t>
            </a:r>
            <a:r>
              <a:rPr lang="en-US" altLang="zh-TW" dirty="0"/>
              <a:t>check point</a:t>
            </a:r>
          </a:p>
          <a:p>
            <a:r>
              <a:rPr lang="zh-TW" altLang="en-US" dirty="0"/>
              <a:t>這個算法除了</a:t>
            </a:r>
            <a:r>
              <a:rPr lang="en-US" altLang="zh-TW" dirty="0"/>
              <a:t>Garden</a:t>
            </a:r>
            <a:r>
              <a:rPr lang="zh-TW" altLang="en-US" dirty="0"/>
              <a:t>的</a:t>
            </a:r>
            <a:r>
              <a:rPr lang="en-US" altLang="zh-TW" dirty="0"/>
              <a:t>PSNR</a:t>
            </a:r>
            <a:r>
              <a:rPr lang="zh-TW" altLang="en-US" dirty="0"/>
              <a:t>比較差以外，另外兩個都跟</a:t>
            </a:r>
            <a:r>
              <a:rPr lang="en-US" altLang="zh-TW" dirty="0"/>
              <a:t>Dimond</a:t>
            </a:r>
            <a:r>
              <a:rPr lang="zh-TW" altLang="en-US" dirty="0"/>
              <a:t>很相似，跟</a:t>
            </a:r>
            <a:r>
              <a:rPr lang="en-US" altLang="zh-TW" dirty="0"/>
              <a:t>FS</a:t>
            </a:r>
            <a:r>
              <a:rPr lang="zh-TW" altLang="en-US" dirty="0"/>
              <a:t>差</a:t>
            </a:r>
            <a:r>
              <a:rPr lang="en-US" altLang="zh-TW" dirty="0"/>
              <a:t>2.3dB</a:t>
            </a:r>
          </a:p>
          <a:p>
            <a:r>
              <a:rPr lang="zh-TW" altLang="en-US" dirty="0"/>
              <a:t>但計算量上省了</a:t>
            </a:r>
            <a:r>
              <a:rPr lang="en-US" altLang="zh-TW" dirty="0"/>
              <a:t>99.7%</a:t>
            </a:r>
            <a:r>
              <a:rPr lang="zh-TW" altLang="en-US" dirty="0"/>
              <a:t>，比其他算法的</a:t>
            </a:r>
            <a:r>
              <a:rPr lang="en-US" altLang="zh-TW" dirty="0"/>
              <a:t>99.6,99.4</a:t>
            </a:r>
            <a:r>
              <a:rPr lang="zh-TW" altLang="en-US" dirty="0"/>
              <a:t>還要更少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415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左邊這張圖是這個算法的主要方法</a:t>
            </a:r>
            <a:endParaRPr lang="en-US" altLang="zh-TW" dirty="0"/>
          </a:p>
          <a:p>
            <a:r>
              <a:rPr lang="zh-TW" altLang="en-US" dirty="0"/>
              <a:t>分為大六角形，與小鑽石搜尋</a:t>
            </a:r>
            <a:endParaRPr lang="en-US" altLang="zh-TW" dirty="0"/>
          </a:p>
          <a:p>
            <a:r>
              <a:rPr lang="zh-TW" altLang="en-US" dirty="0"/>
              <a:t>一開始會在大六角形上座搜尋，直到最小</a:t>
            </a:r>
            <a:r>
              <a:rPr lang="en-US" altLang="zh-TW" dirty="0"/>
              <a:t>SAD</a:t>
            </a:r>
            <a:r>
              <a:rPr lang="zh-TW" altLang="en-US" dirty="0"/>
              <a:t>為中心時才會切換到小鑽石搜尋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1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那實際路徑是什麼呢</a:t>
            </a:r>
            <a:endParaRPr lang="en-US" altLang="zh-TW" dirty="0"/>
          </a:p>
          <a:p>
            <a:r>
              <a:rPr lang="zh-TW" altLang="en-US" dirty="0"/>
              <a:t>以這張圖來說</a:t>
            </a:r>
            <a:endParaRPr lang="en-US" altLang="zh-TW" dirty="0"/>
          </a:p>
          <a:p>
            <a:r>
              <a:rPr lang="zh-TW" altLang="en-US" dirty="0"/>
              <a:t>會將</a:t>
            </a:r>
            <a:r>
              <a:rPr lang="en-US" altLang="zh-TW" dirty="0"/>
              <a:t>0,0</a:t>
            </a:r>
            <a:r>
              <a:rPr lang="zh-TW" altLang="en-US" dirty="0"/>
              <a:t>定為圓心</a:t>
            </a:r>
            <a:endParaRPr lang="en-US" altLang="zh-TW" dirty="0"/>
          </a:p>
          <a:p>
            <a:r>
              <a:rPr lang="zh-TW" altLang="en-US" dirty="0"/>
              <a:t>第一次計算完包含中心的</a:t>
            </a:r>
            <a:r>
              <a:rPr lang="en-US" altLang="zh-TW" dirty="0"/>
              <a:t>7</a:t>
            </a:r>
            <a:r>
              <a:rPr lang="zh-TW" altLang="en-US" dirty="0"/>
              <a:t>的點就會比較找出最小</a:t>
            </a:r>
            <a:r>
              <a:rPr lang="en-US" altLang="zh-TW" dirty="0"/>
              <a:t>SAD</a:t>
            </a:r>
            <a:r>
              <a:rPr lang="zh-TW" altLang="en-US" dirty="0"/>
              <a:t>的那個位置，假設是第三點</a:t>
            </a:r>
            <a:endParaRPr lang="en-US" altLang="zh-TW" dirty="0"/>
          </a:p>
          <a:p>
            <a:r>
              <a:rPr lang="zh-TW" altLang="en-US" dirty="0"/>
              <a:t>然後將圓心切成那個點，那因為其中圓心與這個位置已經計算過了，就不會再重複計算</a:t>
            </a:r>
            <a:endParaRPr lang="en-US" altLang="zh-TW" dirty="0"/>
          </a:p>
          <a:p>
            <a:r>
              <a:rPr lang="zh-TW" altLang="en-US" dirty="0"/>
              <a:t>就會只計算新的三個點，</a:t>
            </a:r>
            <a:endParaRPr lang="en-US" altLang="zh-TW" dirty="0"/>
          </a:p>
          <a:p>
            <a:r>
              <a:rPr lang="zh-TW" altLang="en-US" dirty="0"/>
              <a:t>經過計算比較後又發現右上角是最小</a:t>
            </a:r>
            <a:r>
              <a:rPr lang="en-US" altLang="zh-TW" dirty="0"/>
              <a:t>SAD</a:t>
            </a:r>
            <a:r>
              <a:rPr lang="zh-TW" altLang="en-US" dirty="0"/>
              <a:t>又會更新圓心</a:t>
            </a:r>
            <a:endParaRPr lang="en-US" altLang="zh-TW" dirty="0"/>
          </a:p>
          <a:p>
            <a:r>
              <a:rPr lang="zh-TW" altLang="en-US" dirty="0"/>
              <a:t>一直到找出最小</a:t>
            </a:r>
            <a:r>
              <a:rPr lang="en-US" altLang="zh-TW" dirty="0"/>
              <a:t>SAD</a:t>
            </a:r>
            <a:r>
              <a:rPr lang="zh-TW" altLang="en-US" dirty="0"/>
              <a:t>的位置，</a:t>
            </a:r>
            <a:endParaRPr lang="en-US" altLang="zh-TW" dirty="0"/>
          </a:p>
          <a:p>
            <a:r>
              <a:rPr lang="zh-TW" altLang="en-US" dirty="0"/>
              <a:t>所以就可以整理出這個表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如果最小</a:t>
            </a:r>
            <a:r>
              <a:rPr lang="en-US" altLang="zh-TW" dirty="0"/>
              <a:t>SAD</a:t>
            </a:r>
            <a:r>
              <a:rPr lang="zh-TW" altLang="en-US" dirty="0"/>
              <a:t>不是中心就會更新圓心下一個搜尋點就會是點的前，自己，後</a:t>
            </a:r>
            <a:endParaRPr lang="en-US" altLang="zh-TW" dirty="0"/>
          </a:p>
          <a:p>
            <a:r>
              <a:rPr lang="zh-TW" altLang="en-US" dirty="0"/>
              <a:t>當</a:t>
            </a:r>
            <a:r>
              <a:rPr lang="en-US" altLang="zh-TW" dirty="0"/>
              <a:t>0,0</a:t>
            </a:r>
            <a:r>
              <a:rPr lang="zh-TW" altLang="en-US" dirty="0"/>
              <a:t>是最小</a:t>
            </a:r>
            <a:r>
              <a:rPr lang="en-US" altLang="zh-TW" dirty="0"/>
              <a:t>SAD</a:t>
            </a:r>
            <a:r>
              <a:rPr lang="zh-TW" altLang="en-US" dirty="0"/>
              <a:t>時就會切換成小鑽石搜尋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348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至於要怎麼知道下一個點要計算哪個位置呢</a:t>
            </a:r>
            <a:endParaRPr lang="en-US" altLang="zh-TW" dirty="0"/>
          </a:p>
          <a:p>
            <a:r>
              <a:rPr lang="zh-TW" altLang="en-US" dirty="0"/>
              <a:t>可以使用</a:t>
            </a:r>
            <a:r>
              <a:rPr lang="en-US" altLang="zh-TW" dirty="0"/>
              <a:t>Mod 6</a:t>
            </a:r>
            <a:r>
              <a:rPr lang="zh-TW" altLang="en-US" dirty="0"/>
              <a:t>計算的餘數計算出要計算的位置</a:t>
            </a:r>
            <a:endParaRPr lang="en-US" altLang="zh-TW" dirty="0"/>
          </a:p>
          <a:p>
            <a:r>
              <a:rPr lang="zh-TW" altLang="en-US" dirty="0"/>
              <a:t>再套入公式，就知道要算哪個位置了</a:t>
            </a:r>
            <a:endParaRPr lang="en-US" altLang="zh-TW" dirty="0"/>
          </a:p>
          <a:p>
            <a:r>
              <a:rPr lang="zh-TW" altLang="en-US" dirty="0"/>
              <a:t>例如現在算到</a:t>
            </a:r>
            <a:r>
              <a:rPr lang="en-US" altLang="zh-TW" dirty="0"/>
              <a:t>6</a:t>
            </a:r>
            <a:r>
              <a:rPr lang="zh-TW" altLang="en-US" dirty="0"/>
              <a:t>這個位置取</a:t>
            </a:r>
            <a:r>
              <a:rPr lang="en-US" altLang="zh-TW" dirty="0"/>
              <a:t>Mode 6 </a:t>
            </a:r>
            <a:r>
              <a:rPr lang="zh-TW" altLang="en-US" dirty="0"/>
              <a:t>後是</a:t>
            </a:r>
            <a:r>
              <a:rPr lang="en-US" altLang="zh-TW" dirty="0"/>
              <a:t>0</a:t>
            </a:r>
            <a:r>
              <a:rPr lang="zh-TW" altLang="en-US" dirty="0"/>
              <a:t>，下一個搜尋的位置就是</a:t>
            </a:r>
            <a:r>
              <a:rPr lang="en-US" altLang="zh-TW" dirty="0"/>
              <a:t>(-2,0)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04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當找出最小</a:t>
            </a:r>
            <a:r>
              <a:rPr lang="en-US" altLang="zh-TW" dirty="0"/>
              <a:t>SAD</a:t>
            </a:r>
            <a:r>
              <a:rPr lang="zh-TW" altLang="en-US" dirty="0"/>
              <a:t>出現在圓心時，就會切換到小鑽石搜尋上</a:t>
            </a:r>
            <a:endParaRPr lang="en-US" altLang="zh-TW" dirty="0"/>
          </a:p>
          <a:p>
            <a:r>
              <a:rPr lang="zh-TW" altLang="en-US" dirty="0"/>
              <a:t>計算完</a:t>
            </a:r>
            <a:r>
              <a:rPr lang="en-US" altLang="zh-TW" dirty="0"/>
              <a:t>4</a:t>
            </a:r>
            <a:r>
              <a:rPr lang="zh-TW" altLang="en-US" dirty="0"/>
              <a:t>個點後，比較出最小</a:t>
            </a:r>
            <a:r>
              <a:rPr lang="en-US" altLang="zh-TW" dirty="0"/>
              <a:t>SAD</a:t>
            </a:r>
            <a:r>
              <a:rPr lang="zh-TW" altLang="en-US" dirty="0"/>
              <a:t>值就可以將這個位置與原點相減計算出</a:t>
            </a:r>
            <a:r>
              <a:rPr lang="en-US" altLang="zh-TW" dirty="0"/>
              <a:t>motion vector</a:t>
            </a:r>
          </a:p>
          <a:p>
            <a:r>
              <a:rPr lang="zh-TW" altLang="en-US" dirty="0"/>
              <a:t>所以依照這個算法他的總搜尋點數，最多是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3n+8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個點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435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左上角會紀錄目前的中心位置，隨著搜尋進行，如果發現不是這的點比較好，這裡的值就會被更新，中心就會移動過去。</a:t>
            </a:r>
          </a:p>
          <a:p>
            <a:r>
              <a:rPr lang="zh-TW" altLang="en-US" dirty="0"/>
              <a:t>右上角區塊內的相對座標</a:t>
            </a:r>
            <a:endParaRPr lang="en-US" altLang="zh-TW" dirty="0"/>
          </a:p>
          <a:p>
            <a:r>
              <a:rPr lang="zh-TW" altLang="en-US" dirty="0"/>
              <a:t>右下角計算 </a:t>
            </a:r>
            <a:r>
              <a:rPr lang="en-US" altLang="zh-TW" dirty="0"/>
              <a:t>SAD (</a:t>
            </a:r>
            <a:r>
              <a:rPr lang="zh-TW" altLang="en-US" dirty="0"/>
              <a:t>誤差值），即時比對：有沒有更小的</a:t>
            </a:r>
            <a:r>
              <a:rPr lang="en-US" altLang="zh-TW" dirty="0"/>
              <a:t> SAD</a:t>
            </a:r>
          </a:p>
          <a:p>
            <a:r>
              <a:rPr lang="zh-TW" altLang="en-US" dirty="0"/>
              <a:t>左下角會分兩種狀況</a:t>
            </a:r>
            <a:endParaRPr lang="en-US" altLang="zh-TW" dirty="0"/>
          </a:p>
          <a:p>
            <a:r>
              <a:rPr lang="en-US" altLang="zh-TW" dirty="0"/>
              <a:t>1.x!=y</a:t>
            </a:r>
            <a:r>
              <a:rPr lang="zh-TW" altLang="en-US" dirty="0"/>
              <a:t>，最小</a:t>
            </a:r>
            <a:r>
              <a:rPr lang="en-US" altLang="zh-TW" dirty="0"/>
              <a:t>sad</a:t>
            </a:r>
            <a:r>
              <a:rPr lang="zh-TW" altLang="en-US" dirty="0"/>
              <a:t>不是中心，就會往下一個位置搜尋</a:t>
            </a:r>
            <a:endParaRPr lang="en-US" altLang="zh-TW" dirty="0"/>
          </a:p>
          <a:p>
            <a:r>
              <a:rPr lang="en-US" altLang="zh-TW" dirty="0"/>
              <a:t>2.x=y</a:t>
            </a:r>
            <a:r>
              <a:rPr lang="zh-TW" altLang="en-US" dirty="0"/>
              <a:t>，最小</a:t>
            </a:r>
            <a:r>
              <a:rPr lang="en-US" altLang="zh-TW" dirty="0"/>
              <a:t>sad</a:t>
            </a:r>
            <a:r>
              <a:rPr lang="zh-TW" altLang="en-US" dirty="0"/>
              <a:t>就是中心點，切會到</a:t>
            </a:r>
            <a:r>
              <a:rPr lang="en-US" altLang="zh-TW" dirty="0"/>
              <a:t>smaller</a:t>
            </a:r>
          </a:p>
          <a:p>
            <a:endParaRPr lang="en-US" altLang="zh-TW" dirty="0"/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位址生成與資料讀取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(Address Generation &amp; Data Retrieval)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首先，系統透過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Address Generation Unit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產生搜尋起點。接著，利用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HEXBS Address Generation Unit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（配合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Mod-16 Counters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）計算出搜尋圖形（如六邊形）的相對位移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。這些位移與基底位址相加後，產生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 Address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，從記憶體中讀取對應的參考區塊資料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(Reference Data)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，並同時讀取當前區塊資料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(Current Data)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SAD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計算與比較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(SAD Calculation &amp; Comparison)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資料進入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 (Processing Element)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進行絕對差值總和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(SAD)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的運算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。計算出的當前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值會送入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Comparator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與暫存器中儲存的「目前最小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」進行比較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4444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SAD &lt; Min SAD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：比較器發出訊號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($Y &lt; X$)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，更新暫存器中的最小值，並同時紀錄該點的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 Value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（即相對位置索引）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555555555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SAD $\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Min SAD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：保留原數值，繼續處理下一個點。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初始搜尋與迭代判斷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(Initial Search &amp; Iteration Check)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在第一輪中，系統會完整計算大六邊形的所有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個搜尋點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6666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。完成後，系統檢查紀錄中的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最小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位置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(Count Value)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是否位於搜尋圖形的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中心點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(Center)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777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分支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：持續搜尋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(Continued Search - Divergence)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不在中心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（即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MBD point changed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），代表尚未收斂，需移動搜尋窗。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系統將該最小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的位置設為新的搜尋中心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為了節省運算，硬體不重新計算所有點，而是利用回授路徑上的 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Decrementer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減法器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Incrementer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加法器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與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延遲單元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，僅針對新六邊形所需的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個新候選點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產生位址並進行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計算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999999999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此過程重複迭代，直到最小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落回中心點為止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分支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：模式切換與收斂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(Mode Switching - Convergence)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位於中心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（即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MBD point is the center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），代表大範圍搜尋已找到最佳解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系統觸發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 for Smaller Hexagon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訊號，改變位址生成器的模式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架構切換至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小六邊形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(Small Hexagon / Diamond Search)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模式，針對中心點周圍的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個鄰近點進行最後的精細搜尋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13131313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最終找到的最佳匹配點位址減去原始基底位址，即為輸出的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Motion Vector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移動向量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44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這頁要說明的是波行驗證</a:t>
            </a:r>
            <a:br>
              <a:rPr lang="en-US" altLang="zh-TW" dirty="0"/>
            </a:br>
            <a:r>
              <a:rPr lang="zh-TW" altLang="en-US" dirty="0"/>
              <a:t>當</a:t>
            </a:r>
            <a:r>
              <a:rPr lang="en-US" altLang="zh-TW" dirty="0"/>
              <a:t>done</a:t>
            </a:r>
            <a:r>
              <a:rPr lang="zh-TW" altLang="en-US" dirty="0"/>
              <a:t>的訊號送出時，輸出的值與</a:t>
            </a:r>
            <a:r>
              <a:rPr lang="en-US" altLang="zh-TW" dirty="0" err="1"/>
              <a:t>testbanch</a:t>
            </a:r>
            <a:r>
              <a:rPr lang="zh-TW" altLang="en-US" dirty="0"/>
              <a:t>的一致</a:t>
            </a:r>
            <a:endParaRPr lang="en-US" altLang="zh-TW" dirty="0"/>
          </a:p>
          <a:p>
            <a:r>
              <a:rPr lang="zh-TW" altLang="en-US" dirty="0"/>
              <a:t>我還有定義</a:t>
            </a:r>
            <a:r>
              <a:rPr lang="en-US" altLang="zh-TW" dirty="0"/>
              <a:t>State</a:t>
            </a:r>
            <a:r>
              <a:rPr lang="zh-TW" altLang="en-US" dirty="0"/>
              <a:t>也有從</a:t>
            </a:r>
            <a:r>
              <a:rPr lang="en-US" altLang="zh-TW" dirty="0"/>
              <a:t>0</a:t>
            </a:r>
            <a:r>
              <a:rPr lang="zh-TW" altLang="en-US" dirty="0"/>
              <a:t>一直到</a:t>
            </a:r>
            <a:r>
              <a:rPr lang="en-US" altLang="zh-TW" dirty="0"/>
              <a:t>7</a:t>
            </a:r>
            <a:r>
              <a:rPr lang="zh-TW" altLang="en-US" dirty="0"/>
              <a:t>這些狀態都有跑到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394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晶片的使用率是</a:t>
            </a:r>
            <a:r>
              <a:rPr lang="en-US" altLang="zh-TW" dirty="0"/>
              <a:t>59.98%</a:t>
            </a:r>
          </a:p>
          <a:p>
            <a:r>
              <a:rPr lang="zh-TW" altLang="en-US" dirty="0"/>
              <a:t>接近</a:t>
            </a:r>
            <a:r>
              <a:rPr lang="en-US" altLang="zh-TW" dirty="0"/>
              <a:t>60%</a:t>
            </a:r>
          </a:p>
          <a:p>
            <a:r>
              <a:rPr lang="zh-TW" altLang="en-US" dirty="0"/>
              <a:t>使用的是</a:t>
            </a:r>
            <a:r>
              <a:rPr lang="en-US" altLang="zh-TW" dirty="0"/>
              <a:t>7513</a:t>
            </a:r>
            <a:r>
              <a:rPr lang="zh-TW" altLang="en-US" dirty="0"/>
              <a:t>個</a:t>
            </a:r>
            <a:r>
              <a:rPr lang="en-US" altLang="zh-TW" dirty="0"/>
              <a:t>cells</a:t>
            </a:r>
          </a:p>
          <a:p>
            <a:r>
              <a:rPr lang="zh-TW" altLang="en-US" dirty="0"/>
              <a:t>面積是</a:t>
            </a:r>
            <a:r>
              <a:rPr lang="en-US" altLang="zh-TW" dirty="0"/>
              <a:t>4295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640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功耗為</a:t>
            </a:r>
            <a:r>
              <a:rPr lang="en-US" altLang="zh-TW" dirty="0"/>
              <a:t>26.4</a:t>
            </a:r>
            <a:r>
              <a:rPr lang="zh-TW" altLang="en-US" dirty="0"/>
              <a:t>多</a:t>
            </a:r>
            <a:r>
              <a:rPr lang="en-US" altLang="zh-TW" dirty="0" err="1"/>
              <a:t>mW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732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Clock</a:t>
            </a:r>
            <a:r>
              <a:rPr lang="zh-TW" altLang="en-US" dirty="0"/>
              <a:t>也很一致</a:t>
            </a:r>
            <a:endParaRPr lang="en-US" altLang="zh-TW" dirty="0"/>
          </a:p>
          <a:p>
            <a:r>
              <a:rPr lang="zh-TW" altLang="en-US" dirty="0"/>
              <a:t>最快跟最慢大約差</a:t>
            </a:r>
            <a:r>
              <a:rPr lang="en-US" altLang="zh-TW" dirty="0"/>
              <a:t>0.02</a:t>
            </a:r>
          </a:p>
          <a:p>
            <a:endParaRPr lang="en-US" altLang="zh-TW" dirty="0"/>
          </a:p>
          <a:p>
            <a:r>
              <a:rPr lang="en-US" altLang="zh-TW" dirty="0"/>
              <a:t>Setup time </a:t>
            </a:r>
            <a:r>
              <a:rPr lang="zh-TW" altLang="en-US" dirty="0"/>
              <a:t>與</a:t>
            </a:r>
            <a:r>
              <a:rPr lang="en-US" altLang="zh-TW" dirty="0"/>
              <a:t>Hold</a:t>
            </a:r>
            <a:r>
              <a:rPr lang="zh-TW" altLang="en-US" dirty="0"/>
              <a:t> </a:t>
            </a:r>
            <a:r>
              <a:rPr lang="en-US" altLang="zh-TW" dirty="0"/>
              <a:t>time</a:t>
            </a:r>
            <a:r>
              <a:rPr lang="zh-TW" altLang="en-US" dirty="0"/>
              <a:t>沒有錯誤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844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這是最後合出晶片的結果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988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這邊是我參考的</a:t>
            </a:r>
            <a:r>
              <a:rPr lang="en-US" altLang="zh-TW" dirty="0"/>
              <a:t>paper</a:t>
            </a:r>
          </a:p>
          <a:p>
            <a:r>
              <a:rPr lang="zh-TW" altLang="en-US" dirty="0"/>
              <a:t>底下是我實做的相關過程</a:t>
            </a:r>
            <a:endParaRPr lang="en-US" altLang="zh-TW" dirty="0"/>
          </a:p>
          <a:p>
            <a:r>
              <a:rPr lang="zh-TW" altLang="en-US" dirty="0"/>
              <a:t>除了課程上的驗證以外我也有移植到</a:t>
            </a:r>
            <a:r>
              <a:rPr lang="en-US" altLang="zh-TW" dirty="0"/>
              <a:t>FPGA</a:t>
            </a:r>
            <a:r>
              <a:rPr lang="zh-TW" altLang="en-US" dirty="0"/>
              <a:t>做驗證，也有完成測試在</a:t>
            </a:r>
            <a:r>
              <a:rPr lang="en-US" altLang="zh-TW" dirty="0"/>
              <a:t>git</a:t>
            </a:r>
            <a:r>
              <a:rPr lang="zh-TW" altLang="en-US" dirty="0"/>
              <a:t>上都可以找到參考資料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0781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278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51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1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35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64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1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97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57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938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1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5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07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CA5291-D426-05AE-396E-F0A0EE0E6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HEXDS</a:t>
            </a:r>
            <a:br>
              <a:rPr lang="en-US" altLang="zh-TW" dirty="0"/>
            </a:br>
            <a:r>
              <a:rPr lang="en-US" altLang="zh-TW" dirty="0"/>
              <a:t>Hexagon-Diamond Search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B6E82FB-DEAE-ABA6-D008-2DD1EDCF3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1600" y="4438650"/>
            <a:ext cx="3975634" cy="1352550"/>
          </a:xfrm>
        </p:spPr>
        <p:txBody>
          <a:bodyPr/>
          <a:lstStyle/>
          <a:p>
            <a:pPr algn="l"/>
            <a:r>
              <a:rPr lang="zh-TW" altLang="en-US" dirty="0"/>
              <a:t>課程：</a:t>
            </a:r>
            <a:r>
              <a:rPr lang="zh-TW" altLang="en-US" dirty="0">
                <a:effectLst/>
              </a:rPr>
              <a:t>視訊壓縮智產元件設計</a:t>
            </a:r>
            <a:endParaRPr lang="en-US" altLang="zh-TW" dirty="0">
              <a:effectLst/>
            </a:endParaRPr>
          </a:p>
          <a:p>
            <a:pPr algn="l"/>
            <a:r>
              <a:rPr lang="zh-TW" altLang="en-US" dirty="0">
                <a:effectLst/>
              </a:rPr>
              <a:t>姓名：紀國勛</a:t>
            </a:r>
            <a:endParaRPr lang="en-US" altLang="zh-TW" dirty="0">
              <a:effectLst/>
            </a:endParaRPr>
          </a:p>
          <a:p>
            <a:pPr algn="l"/>
            <a:r>
              <a:rPr lang="zh-TW" altLang="en-US" dirty="0">
                <a:effectLst/>
              </a:rPr>
              <a:t>學號：</a:t>
            </a:r>
            <a:r>
              <a:rPr lang="en-US" altLang="zh-TW" dirty="0">
                <a:effectLst/>
              </a:rPr>
              <a:t>5113064403</a:t>
            </a:r>
            <a:endParaRPr lang="zh-TW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2792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2ECAC-4DA9-8D83-1E87-5DD1109B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80970"/>
            <a:ext cx="9905998" cy="1065088"/>
          </a:xfrm>
        </p:spPr>
        <p:txBody>
          <a:bodyPr/>
          <a:lstStyle/>
          <a:p>
            <a:r>
              <a:rPr lang="zh-TW" altLang="en-US" dirty="0"/>
              <a:t>為何選擇</a:t>
            </a:r>
            <a:r>
              <a:rPr lang="en-US" altLang="zh-TW" dirty="0"/>
              <a:t>HEXDS</a:t>
            </a:r>
            <a:r>
              <a:rPr lang="zh-TW" altLang="en-US" dirty="0"/>
              <a:t>演算法</a:t>
            </a:r>
            <a:br>
              <a:rPr lang="en-US" altLang="zh-TW" dirty="0"/>
            </a:br>
            <a:r>
              <a:rPr lang="zh-TW" altLang="en-US" sz="2000" dirty="0"/>
              <a:t>在影像品質與運算複雜度提供最佳的平衡點</a:t>
            </a:r>
            <a:endParaRPr lang="zh-TW" altLang="en-US" dirty="0"/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6C4628E7-563E-41EF-A034-33AF3DBDFD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5455598"/>
              </p:ext>
            </p:extLst>
          </p:nvPr>
        </p:nvGraphicFramePr>
        <p:xfrm>
          <a:off x="4406348" y="1715389"/>
          <a:ext cx="3663294" cy="2150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8EB3AD01-4CC8-47E8-B222-436546F1CC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591864"/>
              </p:ext>
            </p:extLst>
          </p:nvPr>
        </p:nvGraphicFramePr>
        <p:xfrm>
          <a:off x="4406347" y="4235501"/>
          <a:ext cx="3663294" cy="2341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3B23C11C-AF1B-41B0-891C-1735A317FD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4757237"/>
              </p:ext>
            </p:extLst>
          </p:nvPr>
        </p:nvGraphicFramePr>
        <p:xfrm>
          <a:off x="375305" y="1715389"/>
          <a:ext cx="4031043" cy="2150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292226BE-B621-4728-913E-D60DB8A463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0625189"/>
              </p:ext>
            </p:extLst>
          </p:nvPr>
        </p:nvGraphicFramePr>
        <p:xfrm>
          <a:off x="375304" y="4235502"/>
          <a:ext cx="4031043" cy="2341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4BF5EAD8-460C-43AA-B599-D11632D9D5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100248"/>
              </p:ext>
            </p:extLst>
          </p:nvPr>
        </p:nvGraphicFramePr>
        <p:xfrm>
          <a:off x="8150225" y="1715389"/>
          <a:ext cx="3663294" cy="2150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圖表 12">
            <a:extLst>
              <a:ext uri="{FF2B5EF4-FFF2-40B4-BE49-F238E27FC236}">
                <a16:creationId xmlns:a16="http://schemas.microsoft.com/office/drawing/2014/main" id="{71B1C715-A522-4E76-BA18-1077A66582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6223256"/>
              </p:ext>
            </p:extLst>
          </p:nvPr>
        </p:nvGraphicFramePr>
        <p:xfrm>
          <a:off x="8150225" y="4235501"/>
          <a:ext cx="3663294" cy="2341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789C9CB9-6474-C61D-FC53-11A9B70613B4}"/>
              </a:ext>
            </a:extLst>
          </p:cNvPr>
          <p:cNvSpPr txBox="1"/>
          <p:nvPr/>
        </p:nvSpPr>
        <p:spPr>
          <a:xfrm>
            <a:off x="9608623" y="134605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Tennis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8CF5E60-7225-C70F-7EDF-1ECF9C605CA3}"/>
              </a:ext>
            </a:extLst>
          </p:cNvPr>
          <p:cNvSpPr txBox="1"/>
          <p:nvPr/>
        </p:nvSpPr>
        <p:spPr>
          <a:xfrm>
            <a:off x="5944374" y="1346058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Garden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CF9149B-31E7-B596-F259-FE18E36130D5}"/>
              </a:ext>
            </a:extLst>
          </p:cNvPr>
          <p:cNvSpPr txBox="1"/>
          <p:nvPr/>
        </p:nvSpPr>
        <p:spPr>
          <a:xfrm>
            <a:off x="1916967" y="1346058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Football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760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4897DD-F209-8E09-538A-C0B831AC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HEXDS</a:t>
            </a:r>
            <a:r>
              <a:rPr lang="zh-TW" altLang="en-US" dirty="0"/>
              <a:t>搜尋控制器</a:t>
            </a:r>
          </a:p>
        </p:txBody>
      </p:sp>
      <p:pic>
        <p:nvPicPr>
          <p:cNvPr id="5" name="內容版面配置區 4" descr="一張含有 文字, 圖表, 行, 方案 的圖片&#10;&#10;AI 產生的內容可能不正確。">
            <a:extLst>
              <a:ext uri="{FF2B5EF4-FFF2-40B4-BE49-F238E27FC236}">
                <a16:creationId xmlns:a16="http://schemas.microsoft.com/office/drawing/2014/main" id="{4E580D1D-D269-0233-141D-A1AC28BFE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3827" r="46018"/>
          <a:stretch>
            <a:fillRect/>
          </a:stretch>
        </p:blipFill>
        <p:spPr>
          <a:xfrm>
            <a:off x="1338925" y="2706624"/>
            <a:ext cx="5215495" cy="3124810"/>
          </a:xfrm>
          <a:prstGeom prst="rect">
            <a:avLst/>
          </a:prstGeom>
        </p:spPr>
      </p:pic>
      <p:pic>
        <p:nvPicPr>
          <p:cNvPr id="3" name="內容版面配置區 4" descr="一張含有 文字, 圖表, 行, 方案 的圖片&#10;&#10;AI 產生的內容可能不正確。">
            <a:extLst>
              <a:ext uri="{FF2B5EF4-FFF2-40B4-BE49-F238E27FC236}">
                <a16:creationId xmlns:a16="http://schemas.microsoft.com/office/drawing/2014/main" id="{9417E02E-741C-0D0C-0E6F-268A4E25AE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071" t="13827"/>
          <a:stretch>
            <a:fillRect/>
          </a:stretch>
        </p:blipFill>
        <p:spPr>
          <a:xfrm>
            <a:off x="6554420" y="2706624"/>
            <a:ext cx="4437449" cy="312481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5064F95-9816-415F-616C-6C3B1698520B}"/>
              </a:ext>
            </a:extLst>
          </p:cNvPr>
          <p:cNvSpPr/>
          <p:nvPr/>
        </p:nvSpPr>
        <p:spPr>
          <a:xfrm>
            <a:off x="4798772" y="3429000"/>
            <a:ext cx="1755648" cy="346558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FF97EE-6A80-0A75-5984-8A04E91E1F20}"/>
              </a:ext>
            </a:extLst>
          </p:cNvPr>
          <p:cNvSpPr/>
          <p:nvPr/>
        </p:nvSpPr>
        <p:spPr>
          <a:xfrm>
            <a:off x="4798772" y="5220005"/>
            <a:ext cx="1755648" cy="346558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9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ED3717-9398-A01C-F1AC-E94AEA65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Large hexagon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86D5E08D-7940-4D93-9EF8-8D5F064D1495}"/>
              </a:ext>
            </a:extLst>
          </p:cNvPr>
          <p:cNvGrpSpPr/>
          <p:nvPr/>
        </p:nvGrpSpPr>
        <p:grpSpPr>
          <a:xfrm>
            <a:off x="2231136" y="2674382"/>
            <a:ext cx="3495218" cy="3218926"/>
            <a:chOff x="3900765" y="2835667"/>
            <a:chExt cx="3495218" cy="3218926"/>
          </a:xfrm>
        </p:grpSpPr>
        <p:pic>
          <p:nvPicPr>
            <p:cNvPr id="7" name="圖片 6" descr="一張含有 行, 繪圖, 圖表, 螢幕擷取畫面 的圖片&#10;&#10;AI 產生的內容可能不正確。">
              <a:extLst>
                <a:ext uri="{FF2B5EF4-FFF2-40B4-BE49-F238E27FC236}">
                  <a16:creationId xmlns:a16="http://schemas.microsoft.com/office/drawing/2014/main" id="{3B5728D5-ACD1-FA15-5A4A-8F48E9D670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326" t="10564"/>
            <a:stretch/>
          </p:blipFill>
          <p:spPr>
            <a:xfrm>
              <a:off x="3900765" y="2835667"/>
              <a:ext cx="3495218" cy="3185425"/>
            </a:xfrm>
            <a:prstGeom prst="rect">
              <a:avLst/>
            </a:prstGeom>
          </p:spPr>
        </p:pic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5E5B1A69-7ECE-6792-744E-32ABB040D8BD}"/>
                </a:ext>
              </a:extLst>
            </p:cNvPr>
            <p:cNvSpPr/>
            <p:nvPr/>
          </p:nvSpPr>
          <p:spPr>
            <a:xfrm>
              <a:off x="4139756" y="5124106"/>
              <a:ext cx="204825" cy="223305"/>
            </a:xfrm>
            <a:prstGeom prst="flowChartConnector">
              <a:avLst/>
            </a:prstGeom>
            <a:solidFill>
              <a:srgbClr val="8F414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/>
                <a:t>1</a:t>
              </a:r>
              <a:endParaRPr lang="zh-TW" altLang="en-US" sz="1100" dirty="0"/>
            </a:p>
          </p:txBody>
        </p:sp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478C4304-B47A-169F-9C91-121D16FA02A4}"/>
                </a:ext>
              </a:extLst>
            </p:cNvPr>
            <p:cNvSpPr/>
            <p:nvPr/>
          </p:nvSpPr>
          <p:spPr>
            <a:xfrm>
              <a:off x="4475036" y="4537670"/>
              <a:ext cx="204825" cy="223305"/>
            </a:xfrm>
            <a:prstGeom prst="flowChartConnector">
              <a:avLst/>
            </a:prstGeom>
            <a:solidFill>
              <a:srgbClr val="8F414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/>
                <a:t>2</a:t>
              </a:r>
              <a:endParaRPr lang="zh-TW" altLang="en-US" sz="1100" dirty="0"/>
            </a:p>
          </p:txBody>
        </p:sp>
        <p:sp>
          <p:nvSpPr>
            <p:cNvPr id="16" name="流程圖: 接點 15">
              <a:extLst>
                <a:ext uri="{FF2B5EF4-FFF2-40B4-BE49-F238E27FC236}">
                  <a16:creationId xmlns:a16="http://schemas.microsoft.com/office/drawing/2014/main" id="{97C4A5C6-E39A-73AC-8C58-8959DDA3671A}"/>
                </a:ext>
              </a:extLst>
            </p:cNvPr>
            <p:cNvSpPr/>
            <p:nvPr/>
          </p:nvSpPr>
          <p:spPr>
            <a:xfrm>
              <a:off x="5177505" y="4537670"/>
              <a:ext cx="204825" cy="223305"/>
            </a:xfrm>
            <a:prstGeom prst="flowChartConnector">
              <a:avLst/>
            </a:prstGeom>
            <a:solidFill>
              <a:srgbClr val="8F414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/>
                <a:t>3</a:t>
              </a:r>
              <a:endParaRPr lang="zh-TW" altLang="en-US" sz="1100" dirty="0"/>
            </a:p>
          </p:txBody>
        </p:sp>
        <p:sp>
          <p:nvSpPr>
            <p:cNvPr id="17" name="流程圖: 接點 16">
              <a:extLst>
                <a:ext uri="{FF2B5EF4-FFF2-40B4-BE49-F238E27FC236}">
                  <a16:creationId xmlns:a16="http://schemas.microsoft.com/office/drawing/2014/main" id="{478C4304-B47A-169F-9C91-121D16FA02A4}"/>
                </a:ext>
              </a:extLst>
            </p:cNvPr>
            <p:cNvSpPr/>
            <p:nvPr/>
          </p:nvSpPr>
          <p:spPr>
            <a:xfrm>
              <a:off x="5529150" y="5124106"/>
              <a:ext cx="204825" cy="223305"/>
            </a:xfrm>
            <a:prstGeom prst="flowChartConnector">
              <a:avLst/>
            </a:prstGeom>
            <a:solidFill>
              <a:srgbClr val="8F414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100" dirty="0"/>
                <a:t>4</a:t>
              </a:r>
              <a:endParaRPr lang="zh-TW" altLang="en-US" sz="1100" dirty="0"/>
            </a:p>
          </p:txBody>
        </p:sp>
        <p:sp>
          <p:nvSpPr>
            <p:cNvPr id="18" name="流程圖: 接點 17">
              <a:extLst>
                <a:ext uri="{FF2B5EF4-FFF2-40B4-BE49-F238E27FC236}">
                  <a16:creationId xmlns:a16="http://schemas.microsoft.com/office/drawing/2014/main" id="{478C4304-B47A-169F-9C91-121D16FA02A4}"/>
                </a:ext>
              </a:extLst>
            </p:cNvPr>
            <p:cNvSpPr/>
            <p:nvPr/>
          </p:nvSpPr>
          <p:spPr>
            <a:xfrm>
              <a:off x="5241503" y="5807029"/>
              <a:ext cx="204825" cy="223305"/>
            </a:xfrm>
            <a:prstGeom prst="flowChartConnector">
              <a:avLst/>
            </a:prstGeom>
            <a:solidFill>
              <a:srgbClr val="8F414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100" dirty="0"/>
                <a:t>5</a:t>
              </a:r>
              <a:endParaRPr lang="zh-TW" altLang="en-US" sz="1100" dirty="0"/>
            </a:p>
          </p:txBody>
        </p: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4E396C22-878A-F7CE-906F-5A0198A49DE6}"/>
                </a:ext>
              </a:extLst>
            </p:cNvPr>
            <p:cNvSpPr/>
            <p:nvPr/>
          </p:nvSpPr>
          <p:spPr>
            <a:xfrm>
              <a:off x="4522365" y="5831288"/>
              <a:ext cx="204825" cy="223305"/>
            </a:xfrm>
            <a:prstGeom prst="flowChartConnector">
              <a:avLst/>
            </a:prstGeom>
            <a:solidFill>
              <a:srgbClr val="8F414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100" dirty="0"/>
                <a:t>6</a:t>
              </a:r>
              <a:endParaRPr lang="zh-TW" altLang="en-US" sz="1100" dirty="0"/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D603428-3A3F-5D43-63CB-6DCD312F5A2D}"/>
              </a:ext>
            </a:extLst>
          </p:cNvPr>
          <p:cNvGrpSpPr/>
          <p:nvPr/>
        </p:nvGrpSpPr>
        <p:grpSpPr>
          <a:xfrm>
            <a:off x="6380026" y="3472767"/>
            <a:ext cx="3580838" cy="1807235"/>
            <a:chOff x="6458026" y="3540176"/>
            <a:chExt cx="3580838" cy="1807235"/>
          </a:xfrm>
        </p:grpSpPr>
        <p:pic>
          <p:nvPicPr>
            <p:cNvPr id="12" name="圖片 11" descr="一張含有 文字, 數字, 螢幕擷取畫面, 字型 的圖片&#10;&#10;AI 產生的內容可能不正確。">
              <a:extLst>
                <a:ext uri="{FF2B5EF4-FFF2-40B4-BE49-F238E27FC236}">
                  <a16:creationId xmlns:a16="http://schemas.microsoft.com/office/drawing/2014/main" id="{DD42B093-6EB1-C024-5E89-0E58D2306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7081"/>
            <a:stretch>
              <a:fillRect/>
            </a:stretch>
          </p:blipFill>
          <p:spPr>
            <a:xfrm>
              <a:off x="6458026" y="3540176"/>
              <a:ext cx="1596009" cy="1807235"/>
            </a:xfrm>
            <a:prstGeom prst="rect">
              <a:avLst/>
            </a:prstGeom>
          </p:spPr>
        </p:pic>
        <p:pic>
          <p:nvPicPr>
            <p:cNvPr id="20" name="圖片 19" descr="一張含有 文字, 數字, 螢幕擷取畫面, 字型 的圖片&#10;&#10;AI 產生的內容可能不正確。">
              <a:extLst>
                <a:ext uri="{FF2B5EF4-FFF2-40B4-BE49-F238E27FC236}">
                  <a16:creationId xmlns:a16="http://schemas.microsoft.com/office/drawing/2014/main" id="{A6056C0C-9BA8-AEF0-3549-559A00900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9062"/>
            <a:stretch>
              <a:fillRect/>
            </a:stretch>
          </p:blipFill>
          <p:spPr>
            <a:xfrm>
              <a:off x="8054035" y="3540176"/>
              <a:ext cx="1984829" cy="18072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53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F95F2-D8D3-20F1-22EF-BE12F655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Movement</a:t>
            </a:r>
            <a:endParaRPr lang="zh-TW" altLang="en-US" dirty="0"/>
          </a:p>
        </p:txBody>
      </p:sp>
      <p:pic>
        <p:nvPicPr>
          <p:cNvPr id="6" name="內容版面配置區 5" descr="一張含有 字型, 文字, 白色, 印刷術 的圖片&#10;&#10;AI 產生的內容可能不正確。">
            <a:extLst>
              <a:ext uri="{FF2B5EF4-FFF2-40B4-BE49-F238E27FC236}">
                <a16:creationId xmlns:a16="http://schemas.microsoft.com/office/drawing/2014/main" id="{8A228555-154C-F904-B0FC-766E2F2B9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8350" y="2595562"/>
            <a:ext cx="4057650" cy="1666875"/>
          </a:xfrm>
          <a:prstGeom prst="rect">
            <a:avLst/>
          </a:prstGeom>
        </p:spPr>
      </p:pic>
      <p:pic>
        <p:nvPicPr>
          <p:cNvPr id="4" name="圖片 3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523B5362-CAA4-D2C3-8DC9-CAFC0975F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" r="-1778" b="-3879"/>
          <a:stretch>
            <a:fillRect/>
          </a:stretch>
        </p:blipFill>
        <p:spPr>
          <a:xfrm>
            <a:off x="6096000" y="2595562"/>
            <a:ext cx="5159502" cy="235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4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82FCE-C5DD-C34C-7331-F35D606A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Small hexagon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FD83F3-9E80-F7B9-AC40-D935C86BB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圖片 5" descr="一張含有 圓形, 行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DB4E4EB4-2C17-23F0-64BD-D6C609483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311" y="2898016"/>
            <a:ext cx="2095500" cy="2143125"/>
          </a:xfrm>
          <a:prstGeom prst="rect">
            <a:avLst/>
          </a:prstGeom>
        </p:spPr>
      </p:pic>
      <p:pic>
        <p:nvPicPr>
          <p:cNvPr id="10" name="圖片 9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6849EEA-D226-7745-1354-4A0438A69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986" y="2638044"/>
            <a:ext cx="5299405" cy="2138592"/>
          </a:xfrm>
          <a:prstGeom prst="rect">
            <a:avLst/>
          </a:prstGeom>
        </p:spPr>
      </p:pic>
      <p:pic>
        <p:nvPicPr>
          <p:cNvPr id="15" name="圖片 14" descr="一張含有 字型, 螢幕擷取畫面, 文字, 數字 的圖片&#10;&#10;AI 產生的內容可能不正確。">
            <a:extLst>
              <a:ext uri="{FF2B5EF4-FFF2-40B4-BE49-F238E27FC236}">
                <a16:creationId xmlns:a16="http://schemas.microsoft.com/office/drawing/2014/main" id="{B8588CB3-0EF4-1EC8-5C79-670D4D7BF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569" y="4776636"/>
            <a:ext cx="15240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3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E2B77A-13D9-ECCC-FCCA-B4091A64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778136"/>
          </a:xfrm>
        </p:spPr>
        <p:txBody>
          <a:bodyPr/>
          <a:lstStyle/>
          <a:p>
            <a:r>
              <a:rPr lang="zh-TW" altLang="en-US" dirty="0"/>
              <a:t>系統架構圖</a:t>
            </a:r>
          </a:p>
        </p:txBody>
      </p:sp>
      <p:pic>
        <p:nvPicPr>
          <p:cNvPr id="5" name="內容版面配置區 4" descr="一張含有 圖表, 文字, 方案, 工程製圖 的圖片&#10;&#10;AI 產生的內容可能不正確。">
            <a:extLst>
              <a:ext uri="{FF2B5EF4-FFF2-40B4-BE49-F238E27FC236}">
                <a16:creationId xmlns:a16="http://schemas.microsoft.com/office/drawing/2014/main" id="{52046154-381F-748B-5301-5E20A7BC5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29476" y="1521126"/>
            <a:ext cx="5133048" cy="472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9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29F897-B14D-7C10-2793-745A5095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波行驗證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309054C-FA34-C8AB-E0F7-C7B0C8651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7094"/>
          <a:stretch>
            <a:fillRect/>
          </a:stretch>
        </p:blipFill>
        <p:spPr>
          <a:xfrm>
            <a:off x="4104997" y="2219874"/>
            <a:ext cx="3982006" cy="2408859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FB5BB62-4B0A-E72F-2D2B-A4C06C07E7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894" t="15573"/>
          <a:stretch/>
        </p:blipFill>
        <p:spPr>
          <a:xfrm>
            <a:off x="7022592" y="4695195"/>
            <a:ext cx="3326241" cy="209570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456DA81-3BD2-32E9-B8F1-3F1510B9B7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364"/>
          <a:stretch>
            <a:fillRect/>
          </a:stretch>
        </p:blipFill>
        <p:spPr>
          <a:xfrm>
            <a:off x="2193075" y="4638126"/>
            <a:ext cx="482951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56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71CA4-12C0-15B7-DDEC-7C398CC3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規格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C2BD110-1BC3-D803-27C4-818774869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1136" y="2492121"/>
            <a:ext cx="3512886" cy="3101975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8DEDAB4-0147-6616-CFB3-B6305F344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2492121"/>
            <a:ext cx="3864864" cy="316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6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1352B-63E7-647F-EB63-B223E639A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功耗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C718575-9B6A-1570-456D-24DEF2E23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2856" r="26882" b="41799"/>
          <a:stretch>
            <a:fillRect/>
          </a:stretch>
        </p:blipFill>
        <p:spPr>
          <a:xfrm>
            <a:off x="2161393" y="3136306"/>
            <a:ext cx="7799471" cy="1961389"/>
          </a:xfrm>
        </p:spPr>
      </p:pic>
    </p:spTree>
    <p:extLst>
      <p:ext uri="{BB962C8B-B14F-4D97-AF65-F5344CB8AC3E}">
        <p14:creationId xmlns:p14="http://schemas.microsoft.com/office/powerpoint/2010/main" val="176056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B763F3-9DDC-A17C-B581-3C8725E2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timming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6FDD9B1-E906-30F6-6F81-6C81E9B7F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3811" y="2411858"/>
            <a:ext cx="4812189" cy="3101975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3B55053-0E27-803B-5C0F-C8C4413C2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12039"/>
            <a:ext cx="4996441" cy="182628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F04231-A91F-6C00-0E39-D9351DC52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4579919"/>
            <a:ext cx="4996441" cy="93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80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3AC03-F918-FAAD-5E32-D81E74E4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APR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CC9C547-9884-AD8A-F947-8DB0C96A7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8622" y="2296593"/>
            <a:ext cx="4674755" cy="4320831"/>
          </a:xfrm>
        </p:spPr>
      </p:pic>
    </p:spTree>
    <p:extLst>
      <p:ext uri="{BB962C8B-B14F-4D97-AF65-F5344CB8AC3E}">
        <p14:creationId xmlns:p14="http://schemas.microsoft.com/office/powerpoint/2010/main" val="3243980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5F2D9B-2F91-EFA0-0BC9-25104D390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39800"/>
          </a:xfrm>
        </p:spPr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2812FE-7F30-D8E6-9EB4-B47A5D2F0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727199"/>
            <a:ext cx="9905998" cy="1028701"/>
          </a:xfrm>
        </p:spPr>
        <p:txBody>
          <a:bodyPr/>
          <a:lstStyle/>
          <a:p>
            <a:r>
              <a:rPr lang="en-US" altLang="zh-TW" dirty="0"/>
              <a:t>VLSI_Architecture_Design_of_Motion_Estimation_Block_with_Hexagon-Diamond_Search_Pattern_for_Real-Time_Video_Processing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AFFA4EF-022E-F640-32C2-71A9CDBF3C7E}"/>
              </a:ext>
            </a:extLst>
          </p:cNvPr>
          <p:cNvSpPr txBox="1">
            <a:spLocks/>
          </p:cNvSpPr>
          <p:nvPr/>
        </p:nvSpPr>
        <p:spPr>
          <a:xfrm>
            <a:off x="1144589" y="3873499"/>
            <a:ext cx="9905998" cy="1028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https://github.com/NCHU-HSUN/Vip_Final.git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768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2C06AE9-DDA9-877C-CC74-09951FCCA19A}"/>
              </a:ext>
            </a:extLst>
          </p:cNvPr>
          <p:cNvSpPr txBox="1"/>
          <p:nvPr/>
        </p:nvSpPr>
        <p:spPr>
          <a:xfrm>
            <a:off x="3916680" y="2537460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7200" dirty="0"/>
              <a:t>感謝聆聽</a:t>
            </a:r>
          </a:p>
        </p:txBody>
      </p:sp>
    </p:spTree>
    <p:extLst>
      <p:ext uri="{BB962C8B-B14F-4D97-AF65-F5344CB8AC3E}">
        <p14:creationId xmlns:p14="http://schemas.microsoft.com/office/powerpoint/2010/main" val="2388658169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包裹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包裹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包裹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TM10001115[[fn=包裹]]</Template>
  <TotalTime>1018</TotalTime>
  <Words>1251</Words>
  <Application>Microsoft Office PowerPoint</Application>
  <PresentationFormat>寬螢幕</PresentationFormat>
  <Paragraphs>118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微軟正黑體</vt:lpstr>
      <vt:lpstr>新細明體</vt:lpstr>
      <vt:lpstr>Arial</vt:lpstr>
      <vt:lpstr>Calibri</vt:lpstr>
      <vt:lpstr>Gill Sans MT</vt:lpstr>
      <vt:lpstr>包裹</vt:lpstr>
      <vt:lpstr>HEXDS Hexagon-Diamond Search</vt:lpstr>
      <vt:lpstr>為何選擇HEXDS演算法 在影像品質與運算複雜度提供最佳的平衡點</vt:lpstr>
      <vt:lpstr>HEXDS搜尋控制器</vt:lpstr>
      <vt:lpstr>Large hexagon</vt:lpstr>
      <vt:lpstr>Movement</vt:lpstr>
      <vt:lpstr>Small hexagon</vt:lpstr>
      <vt:lpstr>系統架構圖</vt:lpstr>
      <vt:lpstr>波行驗證</vt:lpstr>
      <vt:lpstr>規格</vt:lpstr>
      <vt:lpstr>功耗</vt:lpstr>
      <vt:lpstr>timming</vt:lpstr>
      <vt:lpstr>APR</vt:lpstr>
      <vt:lpstr>參考資料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HEXDS Hexagon-Diamond Search</dc:title>
  <dc:creator>紀 國勛</dc:creator>
  <cp:lastModifiedBy>TW-4820-紀國勛</cp:lastModifiedBy>
  <cp:revision>11</cp:revision>
  <dcterms:created xsi:type="dcterms:W3CDTF">2025-12-25T13:18:55Z</dcterms:created>
  <dcterms:modified xsi:type="dcterms:W3CDTF">2026-01-02T09:30:11Z</dcterms:modified>
</cp:coreProperties>
</file>